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Libre Franklin"/>
      <p:regular r:id="rId31"/>
      <p:bold r:id="rId32"/>
      <p:italic r:id="rId33"/>
      <p:boldItalic r:id="rId34"/>
    </p:embeddedFont>
    <p:embeddedFont>
      <p:font typeface="Sofia Sans"/>
      <p:regular r:id="rId35"/>
      <p:bold r:id="rId36"/>
      <p:italic r:id="rId37"/>
      <p:boldItalic r:id="rId38"/>
    </p:embeddedFont>
    <p:embeddedFont>
      <p:font typeface="Arimo"/>
      <p:regular r:id="rId39"/>
      <p:bold r:id="rId40"/>
      <p:italic r:id="rId41"/>
      <p:boldItalic r:id="rId42"/>
    </p:embeddedFont>
    <p:embeddedFont>
      <p:font typeface="Anaheim"/>
      <p:regular r:id="rId43"/>
      <p:bold r:id="rId44"/>
    </p:embeddedFont>
    <p:embeddedFont>
      <p:font typeface="Sofia Sans SemiBold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9" roundtripDataSignature="AMtx7mhhOVTjUP4Nx9YoMzrCPL5UTI7+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mo-bold.fntdata"/><Relationship Id="rId42" Type="http://schemas.openxmlformats.org/officeDocument/2006/relationships/font" Target="fonts/Arimo-boldItalic.fntdata"/><Relationship Id="rId41" Type="http://schemas.openxmlformats.org/officeDocument/2006/relationships/font" Target="fonts/Arimo-italic.fntdata"/><Relationship Id="rId44" Type="http://schemas.openxmlformats.org/officeDocument/2006/relationships/font" Target="fonts/Anaheim-bold.fntdata"/><Relationship Id="rId43" Type="http://schemas.openxmlformats.org/officeDocument/2006/relationships/font" Target="fonts/Anaheim-regular.fntdata"/><Relationship Id="rId46" Type="http://schemas.openxmlformats.org/officeDocument/2006/relationships/font" Target="fonts/SofiaSansSemiBold-bold.fntdata"/><Relationship Id="rId45" Type="http://schemas.openxmlformats.org/officeDocument/2006/relationships/font" Target="fonts/SofiaSansSemiBold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SofiaSansSemiBold-boldItalic.fntdata"/><Relationship Id="rId47" Type="http://schemas.openxmlformats.org/officeDocument/2006/relationships/font" Target="fonts/SofiaSansSemiBold-italic.fntdata"/><Relationship Id="rId4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LibreFranklin-regular.fntdata"/><Relationship Id="rId30" Type="http://schemas.openxmlformats.org/officeDocument/2006/relationships/font" Target="fonts/Raleway-boldItalic.fntdata"/><Relationship Id="rId33" Type="http://schemas.openxmlformats.org/officeDocument/2006/relationships/font" Target="fonts/LibreFranklin-italic.fntdata"/><Relationship Id="rId32" Type="http://schemas.openxmlformats.org/officeDocument/2006/relationships/font" Target="fonts/LibreFranklin-bold.fntdata"/><Relationship Id="rId35" Type="http://schemas.openxmlformats.org/officeDocument/2006/relationships/font" Target="fonts/SofiaSans-regular.fntdata"/><Relationship Id="rId34" Type="http://schemas.openxmlformats.org/officeDocument/2006/relationships/font" Target="fonts/LibreFranklin-boldItalic.fntdata"/><Relationship Id="rId37" Type="http://schemas.openxmlformats.org/officeDocument/2006/relationships/font" Target="fonts/SofiaSans-italic.fntdata"/><Relationship Id="rId36" Type="http://schemas.openxmlformats.org/officeDocument/2006/relationships/font" Target="fonts/SofiaSans-bold.fntdata"/><Relationship Id="rId39" Type="http://schemas.openxmlformats.org/officeDocument/2006/relationships/font" Target="fonts/Arimo-regular.fntdata"/><Relationship Id="rId38" Type="http://schemas.openxmlformats.org/officeDocument/2006/relationships/font" Target="fonts/SofiaSans-bold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29" Type="http://schemas.openxmlformats.org/officeDocument/2006/relationships/font" Target="fonts/Raleway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0d01cf53ff_2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g30d01cf53ff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9" name="Google Shape;409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5" name="Google Shape;415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0" name="Google Shape;440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6" name="Google Shape;446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4"/>
          <p:cNvGrpSpPr/>
          <p:nvPr/>
        </p:nvGrpSpPr>
        <p:grpSpPr>
          <a:xfrm>
            <a:off x="-9625" y="-25"/>
            <a:ext cx="9188400" cy="5143500"/>
            <a:chOff x="-100" y="-9725"/>
            <a:chExt cx="9188400" cy="5143500"/>
          </a:xfrm>
        </p:grpSpPr>
        <p:cxnSp>
          <p:nvCxnSpPr>
            <p:cNvPr id="10" name="Google Shape;10;p24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" name="Google Shape;11;p24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" name="Google Shape;12;p24"/>
          <p:cNvSpPr txBox="1"/>
          <p:nvPr>
            <p:ph type="ctrTitle"/>
          </p:nvPr>
        </p:nvSpPr>
        <p:spPr>
          <a:xfrm>
            <a:off x="3898750" y="1246575"/>
            <a:ext cx="4532100" cy="201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latin typeface="Sofia Sans"/>
                <a:ea typeface="Sofia Sans"/>
                <a:cs typeface="Sofia Sans"/>
                <a:sym typeface="Sofi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3" name="Google Shape;13;p24"/>
          <p:cNvSpPr txBox="1"/>
          <p:nvPr>
            <p:ph idx="1" type="subTitle"/>
          </p:nvPr>
        </p:nvSpPr>
        <p:spPr>
          <a:xfrm>
            <a:off x="3898750" y="3421125"/>
            <a:ext cx="4532100" cy="4758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4" name="Google Shape;14;p24"/>
          <p:cNvGrpSpPr/>
          <p:nvPr/>
        </p:nvGrpSpPr>
        <p:grpSpPr>
          <a:xfrm>
            <a:off x="1093100" y="195425"/>
            <a:ext cx="8275575" cy="4107200"/>
            <a:chOff x="1093100" y="195425"/>
            <a:chExt cx="8275575" cy="4107200"/>
          </a:xfrm>
        </p:grpSpPr>
        <p:sp>
          <p:nvSpPr>
            <p:cNvPr id="15" name="Google Shape;15;p24"/>
            <p:cNvSpPr/>
            <p:nvPr/>
          </p:nvSpPr>
          <p:spPr>
            <a:xfrm>
              <a:off x="8781875" y="3715825"/>
              <a:ext cx="586800" cy="58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" name="Google Shape;16;p24"/>
            <p:cNvSpPr/>
            <p:nvPr/>
          </p:nvSpPr>
          <p:spPr>
            <a:xfrm>
              <a:off x="8707525" y="3127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7" name="Google Shape;17;p24"/>
            <p:cNvSpPr/>
            <p:nvPr/>
          </p:nvSpPr>
          <p:spPr>
            <a:xfrm>
              <a:off x="1093100" y="195425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" name="Google Shape;18;p24"/>
            <p:cNvSpPr/>
            <p:nvPr/>
          </p:nvSpPr>
          <p:spPr>
            <a:xfrm>
              <a:off x="8858125" y="2571750"/>
              <a:ext cx="76200" cy="76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22" name="Google Shape;22;p25"/>
          <p:cNvGrpSpPr/>
          <p:nvPr/>
        </p:nvGrpSpPr>
        <p:grpSpPr>
          <a:xfrm>
            <a:off x="-22200" y="297350"/>
            <a:ext cx="2982725" cy="4781850"/>
            <a:chOff x="-22200" y="297350"/>
            <a:chExt cx="2982725" cy="4781850"/>
          </a:xfrm>
        </p:grpSpPr>
        <p:sp>
          <p:nvSpPr>
            <p:cNvPr id="23" name="Google Shape;23;p25"/>
            <p:cNvSpPr/>
            <p:nvPr/>
          </p:nvSpPr>
          <p:spPr>
            <a:xfrm flipH="1">
              <a:off x="2733725" y="48524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4" name="Google Shape;24;p25"/>
            <p:cNvSpPr/>
            <p:nvPr/>
          </p:nvSpPr>
          <p:spPr>
            <a:xfrm flipH="1">
              <a:off x="913250" y="2973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5" name="Google Shape;25;p25"/>
            <p:cNvSpPr/>
            <p:nvPr/>
          </p:nvSpPr>
          <p:spPr>
            <a:xfrm flipH="1">
              <a:off x="466325" y="1568100"/>
              <a:ext cx="76200" cy="76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25"/>
            <p:cNvSpPr/>
            <p:nvPr/>
          </p:nvSpPr>
          <p:spPr>
            <a:xfrm flipH="1">
              <a:off x="913250" y="477530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" name="Google Shape;27;p25"/>
            <p:cNvSpPr/>
            <p:nvPr/>
          </p:nvSpPr>
          <p:spPr>
            <a:xfrm flipH="1">
              <a:off x="-22200" y="2384525"/>
              <a:ext cx="465000" cy="465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28" name="Google Shape;28;p25"/>
          <p:cNvGrpSpPr/>
          <p:nvPr/>
        </p:nvGrpSpPr>
        <p:grpSpPr>
          <a:xfrm rot="10800000">
            <a:off x="-22200" y="-9725"/>
            <a:ext cx="9188400" cy="5143500"/>
            <a:chOff x="-100" y="-9725"/>
            <a:chExt cx="9188400" cy="5143500"/>
          </a:xfrm>
        </p:grpSpPr>
        <p:cxnSp>
          <p:nvCxnSpPr>
            <p:cNvPr id="29" name="Google Shape;29;p25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" name="Google Shape;30;p25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2" type="title"/>
          </p:nvPr>
        </p:nvSpPr>
        <p:spPr>
          <a:xfrm>
            <a:off x="1618650" y="1480883"/>
            <a:ext cx="734700" cy="447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" name="Google Shape;34;p26"/>
          <p:cNvSpPr txBox="1"/>
          <p:nvPr>
            <p:ph idx="3" type="title"/>
          </p:nvPr>
        </p:nvSpPr>
        <p:spPr>
          <a:xfrm>
            <a:off x="1618650" y="2914291"/>
            <a:ext cx="734700" cy="447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26"/>
          <p:cNvSpPr txBox="1"/>
          <p:nvPr>
            <p:ph idx="4" type="title"/>
          </p:nvPr>
        </p:nvSpPr>
        <p:spPr>
          <a:xfrm>
            <a:off x="4204650" y="1480883"/>
            <a:ext cx="734700" cy="447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6" name="Google Shape;36;p26"/>
          <p:cNvSpPr txBox="1"/>
          <p:nvPr>
            <p:ph idx="5" type="title"/>
          </p:nvPr>
        </p:nvSpPr>
        <p:spPr>
          <a:xfrm>
            <a:off x="4204650" y="2914291"/>
            <a:ext cx="734700" cy="447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" name="Google Shape;37;p26"/>
          <p:cNvSpPr txBox="1"/>
          <p:nvPr>
            <p:ph idx="6" type="title"/>
          </p:nvPr>
        </p:nvSpPr>
        <p:spPr>
          <a:xfrm>
            <a:off x="6790650" y="1480883"/>
            <a:ext cx="734700" cy="447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" name="Google Shape;38;p26"/>
          <p:cNvSpPr txBox="1"/>
          <p:nvPr>
            <p:ph idx="7" type="title"/>
          </p:nvPr>
        </p:nvSpPr>
        <p:spPr>
          <a:xfrm>
            <a:off x="6790650" y="2914291"/>
            <a:ext cx="734700" cy="447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" name="Google Shape;39;p26"/>
          <p:cNvSpPr txBox="1"/>
          <p:nvPr>
            <p:ph idx="1" type="subTitle"/>
          </p:nvPr>
        </p:nvSpPr>
        <p:spPr>
          <a:xfrm>
            <a:off x="720000" y="1959025"/>
            <a:ext cx="2532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0" name="Google Shape;40;p26"/>
          <p:cNvSpPr txBox="1"/>
          <p:nvPr>
            <p:ph idx="8" type="subTitle"/>
          </p:nvPr>
        </p:nvSpPr>
        <p:spPr>
          <a:xfrm>
            <a:off x="3306000" y="1959025"/>
            <a:ext cx="2532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1" name="Google Shape;41;p26"/>
          <p:cNvSpPr txBox="1"/>
          <p:nvPr>
            <p:ph idx="9" type="subTitle"/>
          </p:nvPr>
        </p:nvSpPr>
        <p:spPr>
          <a:xfrm>
            <a:off x="5892000" y="1959025"/>
            <a:ext cx="2532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2" name="Google Shape;42;p26"/>
          <p:cNvSpPr txBox="1"/>
          <p:nvPr>
            <p:ph idx="13" type="subTitle"/>
          </p:nvPr>
        </p:nvSpPr>
        <p:spPr>
          <a:xfrm>
            <a:off x="720000" y="3391139"/>
            <a:ext cx="2532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3" name="Google Shape;43;p26"/>
          <p:cNvSpPr txBox="1"/>
          <p:nvPr>
            <p:ph idx="14" type="subTitle"/>
          </p:nvPr>
        </p:nvSpPr>
        <p:spPr>
          <a:xfrm>
            <a:off x="3306000" y="3391139"/>
            <a:ext cx="2532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4" name="Google Shape;44;p26"/>
          <p:cNvSpPr txBox="1"/>
          <p:nvPr>
            <p:ph idx="15" type="subTitle"/>
          </p:nvPr>
        </p:nvSpPr>
        <p:spPr>
          <a:xfrm>
            <a:off x="5892000" y="3391139"/>
            <a:ext cx="2532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5" name="Google Shape;45;p26"/>
          <p:cNvSpPr/>
          <p:nvPr/>
        </p:nvSpPr>
        <p:spPr>
          <a:xfrm>
            <a:off x="-3639025" y="-126980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46" name="Google Shape;46;p26"/>
          <p:cNvGrpSpPr/>
          <p:nvPr/>
        </p:nvGrpSpPr>
        <p:grpSpPr>
          <a:xfrm>
            <a:off x="162425" y="53900"/>
            <a:ext cx="8613450" cy="4786650"/>
            <a:chOff x="162425" y="53900"/>
            <a:chExt cx="8613450" cy="4786650"/>
          </a:xfrm>
        </p:grpSpPr>
        <p:sp>
          <p:nvSpPr>
            <p:cNvPr id="47" name="Google Shape;47;p26"/>
            <p:cNvSpPr/>
            <p:nvPr/>
          </p:nvSpPr>
          <p:spPr>
            <a:xfrm flipH="1">
              <a:off x="872475" y="539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8" name="Google Shape;48;p26"/>
            <p:cNvSpPr/>
            <p:nvPr/>
          </p:nvSpPr>
          <p:spPr>
            <a:xfrm flipH="1">
              <a:off x="7762250" y="46890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9" name="Google Shape;49;p26"/>
            <p:cNvSpPr/>
            <p:nvPr/>
          </p:nvSpPr>
          <p:spPr>
            <a:xfrm flipH="1">
              <a:off x="7686050" y="129200"/>
              <a:ext cx="76200" cy="76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0" name="Google Shape;50;p26"/>
            <p:cNvSpPr/>
            <p:nvPr/>
          </p:nvSpPr>
          <p:spPr>
            <a:xfrm flipH="1">
              <a:off x="8624375" y="192847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1" name="Google Shape;51;p26"/>
            <p:cNvSpPr/>
            <p:nvPr/>
          </p:nvSpPr>
          <p:spPr>
            <a:xfrm flipH="1">
              <a:off x="162425" y="3456925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52" name="Google Shape;52;p26"/>
          <p:cNvGrpSpPr/>
          <p:nvPr/>
        </p:nvGrpSpPr>
        <p:grpSpPr>
          <a:xfrm flipH="1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53" name="Google Shape;53;p26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" name="Google Shape;54;p26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7"/>
          <p:cNvSpPr txBox="1"/>
          <p:nvPr>
            <p:ph type="title"/>
          </p:nvPr>
        </p:nvSpPr>
        <p:spPr>
          <a:xfrm>
            <a:off x="4573225" y="2218913"/>
            <a:ext cx="3857700" cy="16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7" name="Google Shape;57;p27"/>
          <p:cNvSpPr txBox="1"/>
          <p:nvPr>
            <p:ph idx="2" type="title"/>
          </p:nvPr>
        </p:nvSpPr>
        <p:spPr>
          <a:xfrm>
            <a:off x="5764825" y="1297988"/>
            <a:ext cx="1474500" cy="8418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58" name="Google Shape;58;p27"/>
          <p:cNvGrpSpPr/>
          <p:nvPr/>
        </p:nvGrpSpPr>
        <p:grpSpPr>
          <a:xfrm>
            <a:off x="7814275" y="386450"/>
            <a:ext cx="855450" cy="4590600"/>
            <a:chOff x="7814275" y="386450"/>
            <a:chExt cx="855450" cy="4590600"/>
          </a:xfrm>
        </p:grpSpPr>
        <p:sp>
          <p:nvSpPr>
            <p:cNvPr id="59" name="Google Shape;59;p27"/>
            <p:cNvSpPr/>
            <p:nvPr/>
          </p:nvSpPr>
          <p:spPr>
            <a:xfrm>
              <a:off x="7814275" y="475025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0" name="Google Shape;60;p27"/>
            <p:cNvSpPr/>
            <p:nvPr/>
          </p:nvSpPr>
          <p:spPr>
            <a:xfrm>
              <a:off x="8518225" y="432117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1" name="Google Shape;61;p27"/>
            <p:cNvSpPr/>
            <p:nvPr/>
          </p:nvSpPr>
          <p:spPr>
            <a:xfrm>
              <a:off x="8166250" y="386450"/>
              <a:ext cx="76200" cy="76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2" name="Google Shape;62;p27"/>
            <p:cNvSpPr/>
            <p:nvPr/>
          </p:nvSpPr>
          <p:spPr>
            <a:xfrm>
              <a:off x="8518225" y="109220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63" name="Google Shape;63;p27"/>
          <p:cNvGrpSpPr/>
          <p:nvPr/>
        </p:nvGrpSpPr>
        <p:grpSpPr>
          <a:xfrm rot="10800000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64" name="Google Shape;64;p27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" name="Google Shape;65;p27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" name="Google Shape;68;p28"/>
          <p:cNvSpPr txBox="1"/>
          <p:nvPr>
            <p:ph idx="1" type="subTitle"/>
          </p:nvPr>
        </p:nvSpPr>
        <p:spPr>
          <a:xfrm>
            <a:off x="1342075" y="3255050"/>
            <a:ext cx="3012600" cy="12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9" name="Google Shape;69;p28"/>
          <p:cNvSpPr txBox="1"/>
          <p:nvPr>
            <p:ph idx="2" type="subTitle"/>
          </p:nvPr>
        </p:nvSpPr>
        <p:spPr>
          <a:xfrm>
            <a:off x="1342075" y="1592327"/>
            <a:ext cx="3012600" cy="12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3" type="subTitle"/>
          </p:nvPr>
        </p:nvSpPr>
        <p:spPr>
          <a:xfrm>
            <a:off x="1342076" y="1222988"/>
            <a:ext cx="30126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1" name="Google Shape;71;p28"/>
          <p:cNvSpPr txBox="1"/>
          <p:nvPr>
            <p:ph idx="4" type="subTitle"/>
          </p:nvPr>
        </p:nvSpPr>
        <p:spPr>
          <a:xfrm>
            <a:off x="1342076" y="2886309"/>
            <a:ext cx="30126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72" name="Google Shape;72;p28"/>
          <p:cNvGrpSpPr/>
          <p:nvPr/>
        </p:nvGrpSpPr>
        <p:grpSpPr>
          <a:xfrm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73" name="Google Shape;73;p28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" name="Google Shape;74;p28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5" name="Google Shape;75;p28"/>
          <p:cNvGrpSpPr/>
          <p:nvPr/>
        </p:nvGrpSpPr>
        <p:grpSpPr>
          <a:xfrm>
            <a:off x="462875" y="198225"/>
            <a:ext cx="8973075" cy="3528450"/>
            <a:chOff x="462875" y="198225"/>
            <a:chExt cx="8973075" cy="3528450"/>
          </a:xfrm>
        </p:grpSpPr>
        <p:sp>
          <p:nvSpPr>
            <p:cNvPr id="76" name="Google Shape;76;p28"/>
            <p:cNvSpPr/>
            <p:nvPr/>
          </p:nvSpPr>
          <p:spPr>
            <a:xfrm rot="10800000">
              <a:off x="8784375" y="1982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7" name="Google Shape;77;p28"/>
            <p:cNvSpPr/>
            <p:nvPr/>
          </p:nvSpPr>
          <p:spPr>
            <a:xfrm rot="10800000">
              <a:off x="8849150" y="1076900"/>
              <a:ext cx="586800" cy="58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8" name="Google Shape;78;p28"/>
            <p:cNvSpPr/>
            <p:nvPr/>
          </p:nvSpPr>
          <p:spPr>
            <a:xfrm rot="10800000">
              <a:off x="462875" y="3648675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9"/>
          <p:cNvSpPr txBox="1"/>
          <p:nvPr>
            <p:ph type="title"/>
          </p:nvPr>
        </p:nvSpPr>
        <p:spPr>
          <a:xfrm>
            <a:off x="832975" y="820375"/>
            <a:ext cx="39453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" type="subTitle"/>
          </p:nvPr>
        </p:nvSpPr>
        <p:spPr>
          <a:xfrm>
            <a:off x="832975" y="1779100"/>
            <a:ext cx="3945300" cy="24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82" name="Google Shape;82;p29"/>
          <p:cNvSpPr/>
          <p:nvPr>
            <p:ph idx="2" type="pic"/>
          </p:nvPr>
        </p:nvSpPr>
        <p:spPr>
          <a:xfrm>
            <a:off x="5197850" y="150"/>
            <a:ext cx="3084600" cy="51435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83" name="Google Shape;83;p29"/>
          <p:cNvGrpSpPr/>
          <p:nvPr/>
        </p:nvGrpSpPr>
        <p:grpSpPr>
          <a:xfrm>
            <a:off x="466325" y="297350"/>
            <a:ext cx="8869225" cy="4942950"/>
            <a:chOff x="466325" y="297350"/>
            <a:chExt cx="8869225" cy="4942950"/>
          </a:xfrm>
        </p:grpSpPr>
        <p:sp>
          <p:nvSpPr>
            <p:cNvPr id="84" name="Google Shape;84;p29"/>
            <p:cNvSpPr/>
            <p:nvPr/>
          </p:nvSpPr>
          <p:spPr>
            <a:xfrm flipH="1">
              <a:off x="2733725" y="48524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5" name="Google Shape;85;p29"/>
            <p:cNvSpPr/>
            <p:nvPr/>
          </p:nvSpPr>
          <p:spPr>
            <a:xfrm flipH="1">
              <a:off x="913250" y="2973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6" name="Google Shape;86;p29"/>
            <p:cNvSpPr/>
            <p:nvPr/>
          </p:nvSpPr>
          <p:spPr>
            <a:xfrm flipH="1">
              <a:off x="466325" y="1568100"/>
              <a:ext cx="76200" cy="76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7" name="Google Shape;87;p29"/>
            <p:cNvSpPr/>
            <p:nvPr/>
          </p:nvSpPr>
          <p:spPr>
            <a:xfrm flipH="1">
              <a:off x="913250" y="477530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8" name="Google Shape;88;p29"/>
            <p:cNvSpPr/>
            <p:nvPr/>
          </p:nvSpPr>
          <p:spPr>
            <a:xfrm flipH="1">
              <a:off x="8870550" y="4775300"/>
              <a:ext cx="465000" cy="465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89" name="Google Shape;89;p29"/>
          <p:cNvGrpSpPr/>
          <p:nvPr/>
        </p:nvGrpSpPr>
        <p:grpSpPr>
          <a:xfrm flipH="1" rot="10800000">
            <a:off x="-22200" y="-9725"/>
            <a:ext cx="9188400" cy="5143500"/>
            <a:chOff x="-100" y="-9725"/>
            <a:chExt cx="9188400" cy="5143500"/>
          </a:xfrm>
        </p:grpSpPr>
        <p:cxnSp>
          <p:nvCxnSpPr>
            <p:cNvPr id="90" name="Google Shape;90;p29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" name="Google Shape;91;p29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30"/>
          <p:cNvSpPr txBox="1"/>
          <p:nvPr>
            <p:ph idx="1" type="subTitle"/>
          </p:nvPr>
        </p:nvSpPr>
        <p:spPr>
          <a:xfrm>
            <a:off x="937625" y="2043315"/>
            <a:ext cx="2175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5" name="Google Shape;95;p30"/>
          <p:cNvSpPr txBox="1"/>
          <p:nvPr>
            <p:ph idx="2" type="subTitle"/>
          </p:nvPr>
        </p:nvSpPr>
        <p:spPr>
          <a:xfrm>
            <a:off x="3484347" y="2043315"/>
            <a:ext cx="2175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" name="Google Shape;96;p30"/>
          <p:cNvSpPr txBox="1"/>
          <p:nvPr>
            <p:ph idx="3" type="subTitle"/>
          </p:nvPr>
        </p:nvSpPr>
        <p:spPr>
          <a:xfrm>
            <a:off x="6031075" y="2043315"/>
            <a:ext cx="21753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" name="Google Shape;97;p30"/>
          <p:cNvSpPr txBox="1"/>
          <p:nvPr>
            <p:ph idx="4" type="subTitle"/>
          </p:nvPr>
        </p:nvSpPr>
        <p:spPr>
          <a:xfrm>
            <a:off x="937625" y="1664100"/>
            <a:ext cx="21753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8" name="Google Shape;98;p30"/>
          <p:cNvSpPr txBox="1"/>
          <p:nvPr>
            <p:ph idx="5" type="subTitle"/>
          </p:nvPr>
        </p:nvSpPr>
        <p:spPr>
          <a:xfrm>
            <a:off x="3484350" y="1664100"/>
            <a:ext cx="21753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" name="Google Shape;99;p30"/>
          <p:cNvSpPr txBox="1"/>
          <p:nvPr>
            <p:ph idx="6" type="subTitle"/>
          </p:nvPr>
        </p:nvSpPr>
        <p:spPr>
          <a:xfrm>
            <a:off x="6031075" y="1664100"/>
            <a:ext cx="21753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00" name="Google Shape;100;p30"/>
          <p:cNvGrpSpPr/>
          <p:nvPr/>
        </p:nvGrpSpPr>
        <p:grpSpPr>
          <a:xfrm rot="10800000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101" name="Google Shape;101;p30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" name="Google Shape;102;p30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3" name="Google Shape;103;p30"/>
          <p:cNvSpPr/>
          <p:nvPr/>
        </p:nvSpPr>
        <p:spPr>
          <a:xfrm flipH="1" rot="10800000">
            <a:off x="-1760700" y="413105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104" name="Google Shape;104;p30"/>
          <p:cNvGrpSpPr/>
          <p:nvPr/>
        </p:nvGrpSpPr>
        <p:grpSpPr>
          <a:xfrm>
            <a:off x="236675" y="3018575"/>
            <a:ext cx="8451400" cy="2369425"/>
            <a:chOff x="236675" y="3018575"/>
            <a:chExt cx="8451400" cy="2369425"/>
          </a:xfrm>
        </p:grpSpPr>
        <p:sp>
          <p:nvSpPr>
            <p:cNvPr id="105" name="Google Shape;105;p30"/>
            <p:cNvSpPr/>
            <p:nvPr/>
          </p:nvSpPr>
          <p:spPr>
            <a:xfrm>
              <a:off x="236675" y="428877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6" name="Google Shape;106;p30"/>
            <p:cNvSpPr/>
            <p:nvPr/>
          </p:nvSpPr>
          <p:spPr>
            <a:xfrm>
              <a:off x="720000" y="4801200"/>
              <a:ext cx="586800" cy="58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7" name="Google Shape;107;p30"/>
            <p:cNvSpPr/>
            <p:nvPr/>
          </p:nvSpPr>
          <p:spPr>
            <a:xfrm>
              <a:off x="236675" y="3018575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8" name="Google Shape;108;p30"/>
            <p:cNvSpPr/>
            <p:nvPr/>
          </p:nvSpPr>
          <p:spPr>
            <a:xfrm>
              <a:off x="8536575" y="421250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9" name="Google Shape;109;p30"/>
            <p:cNvSpPr/>
            <p:nvPr/>
          </p:nvSpPr>
          <p:spPr>
            <a:xfrm>
              <a:off x="7924875" y="4801200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2" name="Google Shape;112;p31"/>
          <p:cNvSpPr txBox="1"/>
          <p:nvPr>
            <p:ph idx="1" type="subTitle"/>
          </p:nvPr>
        </p:nvSpPr>
        <p:spPr>
          <a:xfrm>
            <a:off x="1067574" y="1671136"/>
            <a:ext cx="32484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3" name="Google Shape;113;p31"/>
          <p:cNvSpPr txBox="1"/>
          <p:nvPr>
            <p:ph idx="2" type="subTitle"/>
          </p:nvPr>
        </p:nvSpPr>
        <p:spPr>
          <a:xfrm>
            <a:off x="4828026" y="1671136"/>
            <a:ext cx="32484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4" name="Google Shape;114;p31"/>
          <p:cNvSpPr txBox="1"/>
          <p:nvPr>
            <p:ph idx="3" type="subTitle"/>
          </p:nvPr>
        </p:nvSpPr>
        <p:spPr>
          <a:xfrm>
            <a:off x="1067574" y="3328004"/>
            <a:ext cx="32484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" name="Google Shape;115;p31"/>
          <p:cNvSpPr txBox="1"/>
          <p:nvPr>
            <p:ph idx="4" type="subTitle"/>
          </p:nvPr>
        </p:nvSpPr>
        <p:spPr>
          <a:xfrm>
            <a:off x="4828026" y="3328004"/>
            <a:ext cx="32484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6" name="Google Shape;116;p31"/>
          <p:cNvSpPr txBox="1"/>
          <p:nvPr>
            <p:ph idx="5" type="subTitle"/>
          </p:nvPr>
        </p:nvSpPr>
        <p:spPr>
          <a:xfrm>
            <a:off x="1067574" y="1330575"/>
            <a:ext cx="32484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7" name="Google Shape;117;p31"/>
          <p:cNvSpPr txBox="1"/>
          <p:nvPr>
            <p:ph idx="6" type="subTitle"/>
          </p:nvPr>
        </p:nvSpPr>
        <p:spPr>
          <a:xfrm>
            <a:off x="1067574" y="2991375"/>
            <a:ext cx="32484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8" name="Google Shape;118;p31"/>
          <p:cNvSpPr txBox="1"/>
          <p:nvPr>
            <p:ph idx="7" type="subTitle"/>
          </p:nvPr>
        </p:nvSpPr>
        <p:spPr>
          <a:xfrm>
            <a:off x="4827998" y="1330575"/>
            <a:ext cx="32484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9" name="Google Shape;119;p31"/>
          <p:cNvSpPr txBox="1"/>
          <p:nvPr>
            <p:ph idx="8" type="subTitle"/>
          </p:nvPr>
        </p:nvSpPr>
        <p:spPr>
          <a:xfrm>
            <a:off x="4827998" y="2991375"/>
            <a:ext cx="32484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20" name="Google Shape;120;p31"/>
          <p:cNvGrpSpPr/>
          <p:nvPr/>
        </p:nvGrpSpPr>
        <p:grpSpPr>
          <a:xfrm flipH="1" rot="10800000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121" name="Google Shape;121;p31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" name="Google Shape;122;p31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3" name="Google Shape;123;p31"/>
          <p:cNvGrpSpPr/>
          <p:nvPr/>
        </p:nvGrpSpPr>
        <p:grpSpPr>
          <a:xfrm>
            <a:off x="7142850" y="2050250"/>
            <a:ext cx="2190675" cy="2839050"/>
            <a:chOff x="7142850" y="2050250"/>
            <a:chExt cx="2190675" cy="2839050"/>
          </a:xfrm>
        </p:grpSpPr>
        <p:sp>
          <p:nvSpPr>
            <p:cNvPr id="124" name="Google Shape;124;p31"/>
            <p:cNvSpPr/>
            <p:nvPr/>
          </p:nvSpPr>
          <p:spPr>
            <a:xfrm rot="10800000">
              <a:off x="7142850" y="473780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25" name="Google Shape;125;p31"/>
            <p:cNvSpPr/>
            <p:nvPr/>
          </p:nvSpPr>
          <p:spPr>
            <a:xfrm rot="10800000">
              <a:off x="8746725" y="3307725"/>
              <a:ext cx="586800" cy="58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26" name="Google Shape;126;p31"/>
            <p:cNvSpPr/>
            <p:nvPr/>
          </p:nvSpPr>
          <p:spPr>
            <a:xfrm rot="10800000">
              <a:off x="8926725" y="2658875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27" name="Google Shape;127;p31"/>
            <p:cNvSpPr/>
            <p:nvPr/>
          </p:nvSpPr>
          <p:spPr>
            <a:xfrm rot="10800000">
              <a:off x="8746725" y="20502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28" name="Google Shape;128;p31"/>
            <p:cNvSpPr/>
            <p:nvPr/>
          </p:nvSpPr>
          <p:spPr>
            <a:xfrm rot="10800000">
              <a:off x="8668425" y="4321750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29" name="Google Shape;129;p31"/>
          <p:cNvSpPr/>
          <p:nvPr/>
        </p:nvSpPr>
        <p:spPr>
          <a:xfrm flipH="1" rot="10800000">
            <a:off x="8237200" y="3894525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2" name="Google Shape;132;p32"/>
          <p:cNvSpPr txBox="1"/>
          <p:nvPr>
            <p:ph idx="1" type="subTitle"/>
          </p:nvPr>
        </p:nvSpPr>
        <p:spPr>
          <a:xfrm>
            <a:off x="1035375" y="1616196"/>
            <a:ext cx="22335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32"/>
          <p:cNvSpPr txBox="1"/>
          <p:nvPr>
            <p:ph idx="2" type="subTitle"/>
          </p:nvPr>
        </p:nvSpPr>
        <p:spPr>
          <a:xfrm>
            <a:off x="3455250" y="1616196"/>
            <a:ext cx="22335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4" name="Google Shape;134;p32"/>
          <p:cNvSpPr txBox="1"/>
          <p:nvPr>
            <p:ph idx="3" type="subTitle"/>
          </p:nvPr>
        </p:nvSpPr>
        <p:spPr>
          <a:xfrm>
            <a:off x="1035375" y="3324323"/>
            <a:ext cx="22335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5" name="Google Shape;135;p32"/>
          <p:cNvSpPr txBox="1"/>
          <p:nvPr>
            <p:ph idx="4" type="subTitle"/>
          </p:nvPr>
        </p:nvSpPr>
        <p:spPr>
          <a:xfrm>
            <a:off x="3455250" y="3324323"/>
            <a:ext cx="22335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6" name="Google Shape;136;p32"/>
          <p:cNvSpPr txBox="1"/>
          <p:nvPr>
            <p:ph idx="5" type="subTitle"/>
          </p:nvPr>
        </p:nvSpPr>
        <p:spPr>
          <a:xfrm>
            <a:off x="5875125" y="1616196"/>
            <a:ext cx="22335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7" name="Google Shape;137;p32"/>
          <p:cNvSpPr txBox="1"/>
          <p:nvPr>
            <p:ph idx="6" type="subTitle"/>
          </p:nvPr>
        </p:nvSpPr>
        <p:spPr>
          <a:xfrm>
            <a:off x="5875125" y="3324323"/>
            <a:ext cx="22335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8" name="Google Shape;138;p32"/>
          <p:cNvSpPr txBox="1"/>
          <p:nvPr>
            <p:ph idx="7" type="subTitle"/>
          </p:nvPr>
        </p:nvSpPr>
        <p:spPr>
          <a:xfrm>
            <a:off x="1035375" y="1312275"/>
            <a:ext cx="2233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9" name="Google Shape;139;p32"/>
          <p:cNvSpPr txBox="1"/>
          <p:nvPr>
            <p:ph idx="8" type="subTitle"/>
          </p:nvPr>
        </p:nvSpPr>
        <p:spPr>
          <a:xfrm>
            <a:off x="3456450" y="1312275"/>
            <a:ext cx="2231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0" name="Google Shape;140;p32"/>
          <p:cNvSpPr txBox="1"/>
          <p:nvPr>
            <p:ph idx="9" type="subTitle"/>
          </p:nvPr>
        </p:nvSpPr>
        <p:spPr>
          <a:xfrm>
            <a:off x="5875125" y="1312275"/>
            <a:ext cx="2231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1" name="Google Shape;141;p32"/>
          <p:cNvSpPr txBox="1"/>
          <p:nvPr>
            <p:ph idx="13" type="subTitle"/>
          </p:nvPr>
        </p:nvSpPr>
        <p:spPr>
          <a:xfrm>
            <a:off x="1035375" y="3020301"/>
            <a:ext cx="2233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2" name="Google Shape;142;p32"/>
          <p:cNvSpPr txBox="1"/>
          <p:nvPr>
            <p:ph idx="14" type="subTitle"/>
          </p:nvPr>
        </p:nvSpPr>
        <p:spPr>
          <a:xfrm>
            <a:off x="3456450" y="3020306"/>
            <a:ext cx="2231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3" name="Google Shape;143;p32"/>
          <p:cNvSpPr txBox="1"/>
          <p:nvPr>
            <p:ph idx="15" type="subTitle"/>
          </p:nvPr>
        </p:nvSpPr>
        <p:spPr>
          <a:xfrm>
            <a:off x="5875125" y="3020306"/>
            <a:ext cx="2231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44" name="Google Shape;144;p32"/>
          <p:cNvGrpSpPr/>
          <p:nvPr/>
        </p:nvGrpSpPr>
        <p:grpSpPr>
          <a:xfrm flipH="1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145" name="Google Shape;145;p32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" name="Google Shape;146;p32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7" name="Google Shape;147;p32"/>
          <p:cNvSpPr/>
          <p:nvPr/>
        </p:nvSpPr>
        <p:spPr>
          <a:xfrm flipH="1" rot="10800000">
            <a:off x="2478750" y="-386290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148" name="Google Shape;148;p32"/>
          <p:cNvGrpSpPr/>
          <p:nvPr/>
        </p:nvGrpSpPr>
        <p:grpSpPr>
          <a:xfrm>
            <a:off x="194325" y="-388575"/>
            <a:ext cx="8741550" cy="2176725"/>
            <a:chOff x="194325" y="-388575"/>
            <a:chExt cx="8741550" cy="2176725"/>
          </a:xfrm>
        </p:grpSpPr>
        <p:sp>
          <p:nvSpPr>
            <p:cNvPr id="149" name="Google Shape;149;p32"/>
            <p:cNvSpPr/>
            <p:nvPr/>
          </p:nvSpPr>
          <p:spPr>
            <a:xfrm rot="10800000">
              <a:off x="8784375" y="1982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50" name="Google Shape;150;p32"/>
            <p:cNvSpPr/>
            <p:nvPr/>
          </p:nvSpPr>
          <p:spPr>
            <a:xfrm rot="10800000">
              <a:off x="4278600" y="-388575"/>
              <a:ext cx="586800" cy="58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51" name="Google Shape;151;p32"/>
            <p:cNvSpPr/>
            <p:nvPr/>
          </p:nvSpPr>
          <p:spPr>
            <a:xfrm rot="10800000">
              <a:off x="194325" y="2675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52" name="Google Shape;152;p32"/>
            <p:cNvSpPr/>
            <p:nvPr/>
          </p:nvSpPr>
          <p:spPr>
            <a:xfrm rot="10800000">
              <a:off x="421125" y="10177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53" name="Google Shape;153;p32"/>
            <p:cNvSpPr/>
            <p:nvPr/>
          </p:nvSpPr>
          <p:spPr>
            <a:xfrm rot="10800000">
              <a:off x="268575" y="1710150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56" name="Google Shape;156;p33"/>
          <p:cNvGrpSpPr/>
          <p:nvPr/>
        </p:nvGrpSpPr>
        <p:grpSpPr>
          <a:xfrm rot="10800000">
            <a:off x="-100" y="-9725"/>
            <a:ext cx="9146700" cy="5143500"/>
            <a:chOff x="41600" y="-9725"/>
            <a:chExt cx="9146700" cy="5143500"/>
          </a:xfrm>
        </p:grpSpPr>
        <p:cxnSp>
          <p:nvCxnSpPr>
            <p:cNvPr id="157" name="Google Shape;157;p33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33"/>
            <p:cNvCxnSpPr/>
            <p:nvPr/>
          </p:nvCxnSpPr>
          <p:spPr>
            <a:xfrm rot="10800000">
              <a:off x="41600" y="4928275"/>
              <a:ext cx="9146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9" name="Google Shape;159;p33"/>
          <p:cNvSpPr/>
          <p:nvPr/>
        </p:nvSpPr>
        <p:spPr>
          <a:xfrm flipH="1" rot="10800000">
            <a:off x="-3696100" y="47970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160" name="Google Shape;160;p33"/>
          <p:cNvGrpSpPr/>
          <p:nvPr/>
        </p:nvGrpSpPr>
        <p:grpSpPr>
          <a:xfrm>
            <a:off x="236675" y="789100"/>
            <a:ext cx="8531575" cy="4725575"/>
            <a:chOff x="236675" y="789100"/>
            <a:chExt cx="8531575" cy="4725575"/>
          </a:xfrm>
        </p:grpSpPr>
        <p:grpSp>
          <p:nvGrpSpPr>
            <p:cNvPr id="161" name="Google Shape;161;p33"/>
            <p:cNvGrpSpPr/>
            <p:nvPr/>
          </p:nvGrpSpPr>
          <p:grpSpPr>
            <a:xfrm>
              <a:off x="236675" y="789100"/>
              <a:ext cx="8531575" cy="4226125"/>
              <a:chOff x="236675" y="789100"/>
              <a:chExt cx="8531575" cy="4226125"/>
            </a:xfrm>
          </p:grpSpPr>
          <p:grpSp>
            <p:nvGrpSpPr>
              <p:cNvPr id="162" name="Google Shape;162;p33"/>
              <p:cNvGrpSpPr/>
              <p:nvPr/>
            </p:nvGrpSpPr>
            <p:grpSpPr>
              <a:xfrm>
                <a:off x="236675" y="789100"/>
                <a:ext cx="6388575" cy="4226125"/>
                <a:chOff x="236675" y="789100"/>
                <a:chExt cx="6388575" cy="4226125"/>
              </a:xfrm>
            </p:grpSpPr>
            <p:sp>
              <p:nvSpPr>
                <p:cNvPr id="163" name="Google Shape;163;p33"/>
                <p:cNvSpPr/>
                <p:nvPr/>
              </p:nvSpPr>
              <p:spPr>
                <a:xfrm>
                  <a:off x="236675" y="4630050"/>
                  <a:ext cx="151500" cy="1515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endParaRPr>
                </a:p>
              </p:txBody>
            </p:sp>
            <p:sp>
              <p:nvSpPr>
                <p:cNvPr id="164" name="Google Shape;164;p33"/>
                <p:cNvSpPr/>
                <p:nvPr/>
              </p:nvSpPr>
              <p:spPr>
                <a:xfrm>
                  <a:off x="297650" y="789100"/>
                  <a:ext cx="226800" cy="2268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endParaRPr>
                </a:p>
              </p:txBody>
            </p:sp>
            <p:sp>
              <p:nvSpPr>
                <p:cNvPr id="165" name="Google Shape;165;p33"/>
                <p:cNvSpPr/>
                <p:nvPr/>
              </p:nvSpPr>
              <p:spPr>
                <a:xfrm>
                  <a:off x="6473750" y="4785725"/>
                  <a:ext cx="151500" cy="1515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endParaRPr>
                </a:p>
              </p:txBody>
            </p:sp>
            <p:sp>
              <p:nvSpPr>
                <p:cNvPr id="166" name="Google Shape;166;p33"/>
                <p:cNvSpPr/>
                <p:nvPr/>
              </p:nvSpPr>
              <p:spPr>
                <a:xfrm>
                  <a:off x="4024150" y="4937225"/>
                  <a:ext cx="78300" cy="78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endParaRPr>
                </a:p>
              </p:txBody>
            </p:sp>
          </p:grpSp>
          <p:sp>
            <p:nvSpPr>
              <p:cNvPr id="167" name="Google Shape;167;p33"/>
              <p:cNvSpPr/>
              <p:nvPr/>
            </p:nvSpPr>
            <p:spPr>
              <a:xfrm rot="10800000">
                <a:off x="463475" y="1846000"/>
                <a:ext cx="78300" cy="780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Libre Franklin"/>
                  <a:ea typeface="Libre Franklin"/>
                  <a:cs typeface="Libre Franklin"/>
                  <a:sym typeface="Libre Franklin"/>
                </a:endParaRPr>
              </a:p>
            </p:txBody>
          </p:sp>
          <p:sp>
            <p:nvSpPr>
              <p:cNvPr id="168" name="Google Shape;168;p33"/>
              <p:cNvSpPr/>
              <p:nvPr/>
            </p:nvSpPr>
            <p:spPr>
              <a:xfrm rot="10800000">
                <a:off x="8616750" y="3611975"/>
                <a:ext cx="151500" cy="1515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Libre Franklin"/>
                  <a:ea typeface="Libre Franklin"/>
                  <a:cs typeface="Libre Franklin"/>
                  <a:sym typeface="Libre Franklin"/>
                </a:endParaRPr>
              </a:p>
            </p:txBody>
          </p:sp>
        </p:grpSp>
        <p:sp>
          <p:nvSpPr>
            <p:cNvPr id="169" name="Google Shape;169;p33"/>
            <p:cNvSpPr/>
            <p:nvPr/>
          </p:nvSpPr>
          <p:spPr>
            <a:xfrm>
              <a:off x="2129850" y="4927875"/>
              <a:ext cx="586800" cy="58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2" name="Google Shape;172;p34"/>
          <p:cNvSpPr/>
          <p:nvPr/>
        </p:nvSpPr>
        <p:spPr>
          <a:xfrm>
            <a:off x="4522675" y="-3871125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173" name="Google Shape;173;p34"/>
          <p:cNvGrpSpPr/>
          <p:nvPr/>
        </p:nvGrpSpPr>
        <p:grpSpPr>
          <a:xfrm>
            <a:off x="-100" y="0"/>
            <a:ext cx="9146700" cy="5146800"/>
            <a:chOff x="41600" y="-13048"/>
            <a:chExt cx="9146700" cy="5146800"/>
          </a:xfrm>
        </p:grpSpPr>
        <p:cxnSp>
          <p:nvCxnSpPr>
            <p:cNvPr id="174" name="Google Shape;174;p34"/>
            <p:cNvCxnSpPr/>
            <p:nvPr/>
          </p:nvCxnSpPr>
          <p:spPr>
            <a:xfrm>
              <a:off x="272250" y="-13048"/>
              <a:ext cx="0" cy="5146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5" name="Google Shape;175;p34"/>
            <p:cNvCxnSpPr/>
            <p:nvPr/>
          </p:nvCxnSpPr>
          <p:spPr>
            <a:xfrm rot="10800000">
              <a:off x="41600" y="4928275"/>
              <a:ext cx="91467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6" name="Google Shape;176;p34"/>
          <p:cNvGrpSpPr/>
          <p:nvPr/>
        </p:nvGrpSpPr>
        <p:grpSpPr>
          <a:xfrm>
            <a:off x="423675" y="160575"/>
            <a:ext cx="8587500" cy="4242950"/>
            <a:chOff x="423675" y="160575"/>
            <a:chExt cx="8587500" cy="4242950"/>
          </a:xfrm>
        </p:grpSpPr>
        <p:sp>
          <p:nvSpPr>
            <p:cNvPr id="177" name="Google Shape;177;p34"/>
            <p:cNvSpPr/>
            <p:nvPr/>
          </p:nvSpPr>
          <p:spPr>
            <a:xfrm rot="10800000">
              <a:off x="8784375" y="1982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78" name="Google Shape;178;p34"/>
            <p:cNvSpPr/>
            <p:nvPr/>
          </p:nvSpPr>
          <p:spPr>
            <a:xfrm rot="10800000">
              <a:off x="8784375" y="30642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79" name="Google Shape;179;p34"/>
            <p:cNvSpPr/>
            <p:nvPr/>
          </p:nvSpPr>
          <p:spPr>
            <a:xfrm rot="10800000">
              <a:off x="8822025" y="39010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0" name="Google Shape;180;p34"/>
            <p:cNvSpPr/>
            <p:nvPr/>
          </p:nvSpPr>
          <p:spPr>
            <a:xfrm rot="10800000">
              <a:off x="7876950" y="234975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1" name="Google Shape;181;p34"/>
            <p:cNvSpPr/>
            <p:nvPr/>
          </p:nvSpPr>
          <p:spPr>
            <a:xfrm rot="10800000">
              <a:off x="8784375" y="1982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2" name="Google Shape;182;p34"/>
            <p:cNvSpPr/>
            <p:nvPr/>
          </p:nvSpPr>
          <p:spPr>
            <a:xfrm rot="10800000">
              <a:off x="1957550" y="160575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3" name="Google Shape;183;p34"/>
            <p:cNvSpPr/>
            <p:nvPr/>
          </p:nvSpPr>
          <p:spPr>
            <a:xfrm rot="10800000">
              <a:off x="423675" y="40525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4" name="Google Shape;184;p34"/>
            <p:cNvSpPr/>
            <p:nvPr/>
          </p:nvSpPr>
          <p:spPr>
            <a:xfrm rot="10800000">
              <a:off x="8784375" y="4325525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/>
          <p:nvPr>
            <p:ph type="title"/>
          </p:nvPr>
        </p:nvSpPr>
        <p:spPr>
          <a:xfrm>
            <a:off x="3810475" y="1270625"/>
            <a:ext cx="4620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7" name="Google Shape;187;p35"/>
          <p:cNvSpPr txBox="1"/>
          <p:nvPr>
            <p:ph idx="1" type="subTitle"/>
          </p:nvPr>
        </p:nvSpPr>
        <p:spPr>
          <a:xfrm>
            <a:off x="3810475" y="1810075"/>
            <a:ext cx="4620300" cy="21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  <p:grpSp>
        <p:nvGrpSpPr>
          <p:cNvPr id="188" name="Google Shape;188;p35"/>
          <p:cNvGrpSpPr/>
          <p:nvPr/>
        </p:nvGrpSpPr>
        <p:grpSpPr>
          <a:xfrm>
            <a:off x="236675" y="198225"/>
            <a:ext cx="8699200" cy="3897525"/>
            <a:chOff x="236675" y="198225"/>
            <a:chExt cx="8699200" cy="3897525"/>
          </a:xfrm>
        </p:grpSpPr>
        <p:sp>
          <p:nvSpPr>
            <p:cNvPr id="189" name="Google Shape;189;p35"/>
            <p:cNvSpPr/>
            <p:nvPr/>
          </p:nvSpPr>
          <p:spPr>
            <a:xfrm rot="10800000">
              <a:off x="8784375" y="1982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0" name="Google Shape;190;p35"/>
            <p:cNvSpPr/>
            <p:nvPr/>
          </p:nvSpPr>
          <p:spPr>
            <a:xfrm rot="10800000">
              <a:off x="237725" y="26994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1" name="Google Shape;191;p35"/>
            <p:cNvSpPr/>
            <p:nvPr/>
          </p:nvSpPr>
          <p:spPr>
            <a:xfrm rot="10800000">
              <a:off x="236675" y="4017750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36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7"/>
          <p:cNvSpPr txBox="1"/>
          <p:nvPr>
            <p:ph type="title"/>
          </p:nvPr>
        </p:nvSpPr>
        <p:spPr>
          <a:xfrm>
            <a:off x="713225" y="732088"/>
            <a:ext cx="36048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7" name="Google Shape;197;p37"/>
          <p:cNvSpPr txBox="1"/>
          <p:nvPr>
            <p:ph idx="1" type="subTitle"/>
          </p:nvPr>
        </p:nvSpPr>
        <p:spPr>
          <a:xfrm>
            <a:off x="713225" y="1689338"/>
            <a:ext cx="36048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98" name="Google Shape;198;p37"/>
          <p:cNvGrpSpPr/>
          <p:nvPr/>
        </p:nvGrpSpPr>
        <p:grpSpPr>
          <a:xfrm flipH="1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199" name="Google Shape;199;p37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0" name="Google Shape;200;p37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01" name="Google Shape;201;p37"/>
          <p:cNvGrpSpPr/>
          <p:nvPr/>
        </p:nvGrpSpPr>
        <p:grpSpPr>
          <a:xfrm>
            <a:off x="3387100" y="-71975"/>
            <a:ext cx="5381150" cy="3835450"/>
            <a:chOff x="3387100" y="-71975"/>
            <a:chExt cx="5381150" cy="3835450"/>
          </a:xfrm>
        </p:grpSpPr>
        <p:sp>
          <p:nvSpPr>
            <p:cNvPr id="202" name="Google Shape;202;p37"/>
            <p:cNvSpPr/>
            <p:nvPr/>
          </p:nvSpPr>
          <p:spPr>
            <a:xfrm rot="10800000">
              <a:off x="5454575" y="1938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3" name="Google Shape;203;p37"/>
            <p:cNvSpPr/>
            <p:nvPr/>
          </p:nvSpPr>
          <p:spPr>
            <a:xfrm rot="10800000">
              <a:off x="8167300" y="230575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4" name="Google Shape;204;p37"/>
            <p:cNvSpPr/>
            <p:nvPr/>
          </p:nvSpPr>
          <p:spPr>
            <a:xfrm rot="10800000">
              <a:off x="3387100" y="-71975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5" name="Google Shape;205;p37"/>
            <p:cNvSpPr/>
            <p:nvPr/>
          </p:nvSpPr>
          <p:spPr>
            <a:xfrm rot="10800000">
              <a:off x="8616750" y="361197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06" name="Google Shape;206;p37"/>
          <p:cNvSpPr txBox="1"/>
          <p:nvPr/>
        </p:nvSpPr>
        <p:spPr>
          <a:xfrm>
            <a:off x="713225" y="3352938"/>
            <a:ext cx="3604800" cy="6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it-IT" sz="1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CREDITS:</a:t>
            </a:r>
            <a:r>
              <a:rPr b="0" i="0" lang="it-IT" sz="1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This presentation template was created by </a:t>
            </a:r>
            <a:r>
              <a:rPr b="1" i="0" lang="it-IT" sz="1000" u="sng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it-IT" sz="1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and includes icons by </a:t>
            </a:r>
            <a:r>
              <a:rPr b="1" i="0" lang="it-IT" sz="1000" u="sng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it-IT" sz="1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and infographics &amp; images by </a:t>
            </a:r>
            <a:r>
              <a:rPr b="1" i="0" lang="it-IT" sz="1000" u="sng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it-IT" sz="1000" u="sng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endParaRPr b="1" i="0" sz="1000" u="sng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9" name="Google Shape;209;p38"/>
          <p:cNvSpPr txBox="1"/>
          <p:nvPr>
            <p:ph idx="1" type="body"/>
          </p:nvPr>
        </p:nvSpPr>
        <p:spPr>
          <a:xfrm>
            <a:off x="720000" y="1017726"/>
            <a:ext cx="77040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10" name="Google Shape;210;p38"/>
          <p:cNvGrpSpPr/>
          <p:nvPr/>
        </p:nvGrpSpPr>
        <p:grpSpPr>
          <a:xfrm>
            <a:off x="236675" y="198225"/>
            <a:ext cx="8699200" cy="3897525"/>
            <a:chOff x="236675" y="198225"/>
            <a:chExt cx="8699200" cy="3897525"/>
          </a:xfrm>
        </p:grpSpPr>
        <p:sp>
          <p:nvSpPr>
            <p:cNvPr id="211" name="Google Shape;211;p38"/>
            <p:cNvSpPr/>
            <p:nvPr/>
          </p:nvSpPr>
          <p:spPr>
            <a:xfrm rot="10800000">
              <a:off x="8784375" y="1982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12" name="Google Shape;212;p38"/>
            <p:cNvSpPr/>
            <p:nvPr/>
          </p:nvSpPr>
          <p:spPr>
            <a:xfrm rot="10800000">
              <a:off x="237725" y="26994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13" name="Google Shape;213;p38"/>
            <p:cNvSpPr/>
            <p:nvPr/>
          </p:nvSpPr>
          <p:spPr>
            <a:xfrm rot="10800000">
              <a:off x="236675" y="4017750"/>
              <a:ext cx="78300" cy="78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214" name="Google Shape;214;p38"/>
          <p:cNvGrpSpPr/>
          <p:nvPr/>
        </p:nvGrpSpPr>
        <p:grpSpPr>
          <a:xfrm>
            <a:off x="-2986800" y="-3347075"/>
            <a:ext cx="15955275" cy="8010875"/>
            <a:chOff x="-2986800" y="-3347075"/>
            <a:chExt cx="15955275" cy="8010875"/>
          </a:xfrm>
        </p:grpSpPr>
        <p:sp>
          <p:nvSpPr>
            <p:cNvPr id="215" name="Google Shape;215;p38"/>
            <p:cNvSpPr/>
            <p:nvPr/>
          </p:nvSpPr>
          <p:spPr>
            <a:xfrm flipH="1" rot="10800000">
              <a:off x="8784375" y="479700"/>
              <a:ext cx="4184100" cy="41841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16" name="Google Shape;216;p38"/>
            <p:cNvSpPr/>
            <p:nvPr/>
          </p:nvSpPr>
          <p:spPr>
            <a:xfrm flipH="1" rot="10800000">
              <a:off x="-2986800" y="-3347075"/>
              <a:ext cx="4184100" cy="41841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9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219" name="Google Shape;219;p39"/>
          <p:cNvGrpSpPr/>
          <p:nvPr/>
        </p:nvGrpSpPr>
        <p:grpSpPr>
          <a:xfrm>
            <a:off x="6863521" y="2951897"/>
            <a:ext cx="2316450" cy="2212375"/>
            <a:chOff x="7507625" y="2942125"/>
            <a:chExt cx="2316450" cy="2212375"/>
          </a:xfrm>
        </p:grpSpPr>
        <p:sp>
          <p:nvSpPr>
            <p:cNvPr id="220" name="Google Shape;220;p39"/>
            <p:cNvSpPr/>
            <p:nvPr/>
          </p:nvSpPr>
          <p:spPr>
            <a:xfrm flipH="1">
              <a:off x="7507625" y="49277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21" name="Google Shape;221;p39"/>
            <p:cNvSpPr/>
            <p:nvPr/>
          </p:nvSpPr>
          <p:spPr>
            <a:xfrm flipH="1">
              <a:off x="9452600" y="388477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22" name="Google Shape;222;p39"/>
            <p:cNvSpPr/>
            <p:nvPr/>
          </p:nvSpPr>
          <p:spPr>
            <a:xfrm flipH="1">
              <a:off x="8407600" y="4965350"/>
              <a:ext cx="76200" cy="76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23" name="Google Shape;223;p39"/>
            <p:cNvSpPr/>
            <p:nvPr/>
          </p:nvSpPr>
          <p:spPr>
            <a:xfrm flipH="1">
              <a:off x="9551375" y="2942125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24" name="Google Shape;224;p39"/>
            <p:cNvSpPr/>
            <p:nvPr/>
          </p:nvSpPr>
          <p:spPr>
            <a:xfrm flipH="1">
              <a:off x="9359075" y="4257175"/>
              <a:ext cx="465000" cy="465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225" name="Google Shape;225;p39"/>
          <p:cNvGrpSpPr/>
          <p:nvPr/>
        </p:nvGrpSpPr>
        <p:grpSpPr>
          <a:xfrm flipH="1" rot="10800000">
            <a:off x="-8429" y="-9725"/>
            <a:ext cx="9188400" cy="5153273"/>
            <a:chOff x="-100" y="-9725"/>
            <a:chExt cx="9188400" cy="5143500"/>
          </a:xfrm>
        </p:grpSpPr>
        <p:cxnSp>
          <p:nvCxnSpPr>
            <p:cNvPr id="226" name="Google Shape;226;p39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7" name="Google Shape;227;p39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1"/>
          <p:cNvGrpSpPr/>
          <p:nvPr/>
        </p:nvGrpSpPr>
        <p:grpSpPr>
          <a:xfrm flipH="1">
            <a:off x="-22200" y="3079850"/>
            <a:ext cx="1556325" cy="1999350"/>
            <a:chOff x="8267750" y="3079850"/>
            <a:chExt cx="1556325" cy="1999350"/>
          </a:xfrm>
        </p:grpSpPr>
        <p:sp>
          <p:nvSpPr>
            <p:cNvPr id="231" name="Google Shape;231;p41"/>
            <p:cNvSpPr/>
            <p:nvPr/>
          </p:nvSpPr>
          <p:spPr>
            <a:xfrm flipH="1">
              <a:off x="8267750" y="48524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2" name="Google Shape;232;p41"/>
            <p:cNvSpPr/>
            <p:nvPr/>
          </p:nvSpPr>
          <p:spPr>
            <a:xfrm flipH="1">
              <a:off x="9266675" y="48900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3" name="Google Shape;233;p41"/>
            <p:cNvSpPr/>
            <p:nvPr/>
          </p:nvSpPr>
          <p:spPr>
            <a:xfrm flipH="1">
              <a:off x="9190475" y="3635025"/>
              <a:ext cx="76200" cy="76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4" name="Google Shape;234;p41"/>
            <p:cNvSpPr/>
            <p:nvPr/>
          </p:nvSpPr>
          <p:spPr>
            <a:xfrm flipH="1">
              <a:off x="9266675" y="30798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5" name="Google Shape;235;p41"/>
            <p:cNvSpPr/>
            <p:nvPr/>
          </p:nvSpPr>
          <p:spPr>
            <a:xfrm flipH="1">
              <a:off x="9359075" y="4022825"/>
              <a:ext cx="465000" cy="465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236" name="Google Shape;236;p41"/>
          <p:cNvGrpSpPr/>
          <p:nvPr/>
        </p:nvGrpSpPr>
        <p:grpSpPr>
          <a:xfrm rot="10800000">
            <a:off x="-22200" y="-9725"/>
            <a:ext cx="9188400" cy="5143500"/>
            <a:chOff x="-100" y="-9725"/>
            <a:chExt cx="9188400" cy="5143500"/>
          </a:xfrm>
        </p:grpSpPr>
        <p:cxnSp>
          <p:nvCxnSpPr>
            <p:cNvPr id="237" name="Google Shape;237;p41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8" name="Google Shape;238;p41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42"/>
          <p:cNvGrpSpPr/>
          <p:nvPr/>
        </p:nvGrpSpPr>
        <p:grpSpPr>
          <a:xfrm rot="10800000">
            <a:off x="146400" y="82500"/>
            <a:ext cx="2989125" cy="4123875"/>
            <a:chOff x="6666350" y="917675"/>
            <a:chExt cx="2989125" cy="4123875"/>
          </a:xfrm>
        </p:grpSpPr>
        <p:sp>
          <p:nvSpPr>
            <p:cNvPr id="241" name="Google Shape;241;p42"/>
            <p:cNvSpPr/>
            <p:nvPr/>
          </p:nvSpPr>
          <p:spPr>
            <a:xfrm flipH="1">
              <a:off x="9428675" y="3938000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42" name="Google Shape;242;p42"/>
            <p:cNvSpPr/>
            <p:nvPr/>
          </p:nvSpPr>
          <p:spPr>
            <a:xfrm flipH="1">
              <a:off x="9266675" y="48900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43" name="Google Shape;243;p42"/>
            <p:cNvSpPr/>
            <p:nvPr/>
          </p:nvSpPr>
          <p:spPr>
            <a:xfrm flipH="1">
              <a:off x="8676125" y="4927700"/>
              <a:ext cx="76200" cy="762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44" name="Google Shape;244;p42"/>
            <p:cNvSpPr/>
            <p:nvPr/>
          </p:nvSpPr>
          <p:spPr>
            <a:xfrm flipH="1">
              <a:off x="6666350" y="479435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45" name="Google Shape;245;p42"/>
            <p:cNvSpPr/>
            <p:nvPr/>
          </p:nvSpPr>
          <p:spPr>
            <a:xfrm flipH="1">
              <a:off x="9190475" y="917675"/>
              <a:ext cx="465000" cy="465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246" name="Google Shape;246;p42"/>
          <p:cNvGrpSpPr/>
          <p:nvPr/>
        </p:nvGrpSpPr>
        <p:grpSpPr>
          <a:xfrm flipH="1">
            <a:off x="-22200" y="-9725"/>
            <a:ext cx="9188400" cy="5153273"/>
            <a:chOff x="-100" y="-9725"/>
            <a:chExt cx="9188400" cy="5143500"/>
          </a:xfrm>
        </p:grpSpPr>
        <p:cxnSp>
          <p:nvCxnSpPr>
            <p:cNvPr id="247" name="Google Shape;247;p42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8" name="Google Shape;248;p42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b="0" i="0" sz="3000" u="none" cap="none" strike="noStrike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b="0" i="0" sz="3000" u="none" cap="none" strike="noStrike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b="0" i="0" sz="3000" u="none" cap="none" strike="noStrike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b="0" i="0" sz="3000" u="none" cap="none" strike="noStrike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b="0" i="0" sz="3000" u="none" cap="none" strike="noStrike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b="0" i="0" sz="3000" u="none" cap="none" strike="noStrike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b="0" i="0" sz="3000" u="none" cap="none" strike="noStrike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b="0" i="0" sz="3000" u="none" cap="none" strike="noStrike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b="0" i="0" sz="3000" u="none" cap="none" strike="noStrike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●"/>
              <a:defRPr b="0" i="0" sz="1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○"/>
              <a:defRPr b="0" i="0" sz="1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■"/>
              <a:defRPr b="0" i="0" sz="1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●"/>
              <a:defRPr b="0" i="0" sz="1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○"/>
              <a:defRPr b="0" i="0" sz="1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■"/>
              <a:defRPr b="0" i="0" sz="1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●"/>
              <a:defRPr b="0" i="0" sz="1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○"/>
              <a:defRPr b="0" i="0" sz="1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■"/>
              <a:defRPr b="0" i="0" sz="12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Relationship Id="rId7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"/>
          <p:cNvSpPr txBox="1"/>
          <p:nvPr>
            <p:ph type="ctrTitle"/>
          </p:nvPr>
        </p:nvSpPr>
        <p:spPr>
          <a:xfrm>
            <a:off x="3898750" y="1246575"/>
            <a:ext cx="4757570" cy="201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it-IT"/>
              <a:t>Data-simulation engine</a:t>
            </a:r>
            <a:endParaRPr b="1"/>
          </a:p>
        </p:txBody>
      </p:sp>
      <p:pic>
        <p:nvPicPr>
          <p:cNvPr id="254" name="Google Shape;2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888" y="757212"/>
            <a:ext cx="3117649" cy="3566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"/>
          <p:cNvSpPr txBox="1"/>
          <p:nvPr>
            <p:ph type="title"/>
          </p:nvPr>
        </p:nvSpPr>
        <p:spPr>
          <a:xfrm>
            <a:off x="1744282" y="1189100"/>
            <a:ext cx="5655435" cy="19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it-IT" sz="8000"/>
              <a:t>Team of the project</a:t>
            </a:r>
            <a:endParaRPr/>
          </a:p>
        </p:txBody>
      </p:sp>
      <p:sp>
        <p:nvSpPr>
          <p:cNvPr id="260" name="Google Shape;260;p2"/>
          <p:cNvSpPr txBox="1"/>
          <p:nvPr>
            <p:ph idx="1" type="subTitle"/>
          </p:nvPr>
        </p:nvSpPr>
        <p:spPr>
          <a:xfrm>
            <a:off x="2135549" y="3525207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-IT" sz="3000"/>
              <a:t>Nappo Davide – 127838 </a:t>
            </a:r>
            <a:endParaRPr/>
          </a:p>
          <a:p>
            <a:pPr indent="-304800" lvl="0" marL="457200" rtl="0"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</a:pPr>
            <a:r>
              <a:rPr lang="it-IT" sz="3000"/>
              <a:t>Tarabelli Marco - 127839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it-IT"/>
              <a:t>Table of contents</a:t>
            </a:r>
            <a:endParaRPr/>
          </a:p>
        </p:txBody>
      </p:sp>
      <p:sp>
        <p:nvSpPr>
          <p:cNvPr id="266" name="Google Shape;266;p3"/>
          <p:cNvSpPr txBox="1"/>
          <p:nvPr>
            <p:ph idx="2" type="title"/>
          </p:nvPr>
        </p:nvSpPr>
        <p:spPr>
          <a:xfrm>
            <a:off x="1618650" y="1480883"/>
            <a:ext cx="734700" cy="447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it-IT"/>
              <a:t>01</a:t>
            </a:r>
            <a:endParaRPr/>
          </a:p>
        </p:txBody>
      </p:sp>
      <p:sp>
        <p:nvSpPr>
          <p:cNvPr id="267" name="Google Shape;267;p3"/>
          <p:cNvSpPr txBox="1"/>
          <p:nvPr>
            <p:ph idx="3" type="title"/>
          </p:nvPr>
        </p:nvSpPr>
        <p:spPr>
          <a:xfrm>
            <a:off x="1618650" y="2914291"/>
            <a:ext cx="734700" cy="447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it-IT"/>
              <a:t>04</a:t>
            </a:r>
            <a:endParaRPr/>
          </a:p>
        </p:txBody>
      </p:sp>
      <p:sp>
        <p:nvSpPr>
          <p:cNvPr id="268" name="Google Shape;268;p3"/>
          <p:cNvSpPr txBox="1"/>
          <p:nvPr>
            <p:ph idx="4" type="title"/>
          </p:nvPr>
        </p:nvSpPr>
        <p:spPr>
          <a:xfrm>
            <a:off x="4204650" y="1480883"/>
            <a:ext cx="734700" cy="447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it-IT"/>
              <a:t>02</a:t>
            </a:r>
            <a:endParaRPr/>
          </a:p>
        </p:txBody>
      </p:sp>
      <p:sp>
        <p:nvSpPr>
          <p:cNvPr id="269" name="Google Shape;269;p3"/>
          <p:cNvSpPr txBox="1"/>
          <p:nvPr>
            <p:ph idx="5" type="title"/>
          </p:nvPr>
        </p:nvSpPr>
        <p:spPr>
          <a:xfrm>
            <a:off x="4204650" y="2914291"/>
            <a:ext cx="734700" cy="447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it-IT"/>
              <a:t>05</a:t>
            </a:r>
            <a:endParaRPr/>
          </a:p>
        </p:txBody>
      </p:sp>
      <p:sp>
        <p:nvSpPr>
          <p:cNvPr id="270" name="Google Shape;270;p3"/>
          <p:cNvSpPr txBox="1"/>
          <p:nvPr>
            <p:ph idx="6" type="title"/>
          </p:nvPr>
        </p:nvSpPr>
        <p:spPr>
          <a:xfrm>
            <a:off x="6790650" y="1480883"/>
            <a:ext cx="734700" cy="447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it-IT"/>
              <a:t>03</a:t>
            </a:r>
            <a:endParaRPr/>
          </a:p>
        </p:txBody>
      </p:sp>
      <p:sp>
        <p:nvSpPr>
          <p:cNvPr id="271" name="Google Shape;271;p3"/>
          <p:cNvSpPr txBox="1"/>
          <p:nvPr>
            <p:ph idx="7" type="title"/>
          </p:nvPr>
        </p:nvSpPr>
        <p:spPr>
          <a:xfrm>
            <a:off x="6790650" y="2914291"/>
            <a:ext cx="734700" cy="447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it-IT"/>
              <a:t>06</a:t>
            </a:r>
            <a:endParaRPr/>
          </a:p>
        </p:txBody>
      </p:sp>
      <p:sp>
        <p:nvSpPr>
          <p:cNvPr id="272" name="Google Shape;272;p3"/>
          <p:cNvSpPr txBox="1"/>
          <p:nvPr>
            <p:ph idx="1" type="subTitle"/>
          </p:nvPr>
        </p:nvSpPr>
        <p:spPr>
          <a:xfrm>
            <a:off x="720000" y="1959025"/>
            <a:ext cx="2532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it-IT"/>
              <a:t>Project Description</a:t>
            </a:r>
            <a:endParaRPr/>
          </a:p>
        </p:txBody>
      </p:sp>
      <p:sp>
        <p:nvSpPr>
          <p:cNvPr id="273" name="Google Shape;273;p3"/>
          <p:cNvSpPr txBox="1"/>
          <p:nvPr>
            <p:ph idx="8" type="subTitle"/>
          </p:nvPr>
        </p:nvSpPr>
        <p:spPr>
          <a:xfrm>
            <a:off x="3306000" y="1959025"/>
            <a:ext cx="2532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it-IT"/>
              <a:t>Architecture</a:t>
            </a:r>
            <a:endParaRPr/>
          </a:p>
        </p:txBody>
      </p:sp>
      <p:sp>
        <p:nvSpPr>
          <p:cNvPr id="274" name="Google Shape;274;p3"/>
          <p:cNvSpPr txBox="1"/>
          <p:nvPr>
            <p:ph idx="9" type="subTitle"/>
          </p:nvPr>
        </p:nvSpPr>
        <p:spPr>
          <a:xfrm>
            <a:off x="5892000" y="1959025"/>
            <a:ext cx="2532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it-IT"/>
              <a:t>Technology used</a:t>
            </a:r>
            <a:endParaRPr/>
          </a:p>
        </p:txBody>
      </p:sp>
      <p:sp>
        <p:nvSpPr>
          <p:cNvPr id="275" name="Google Shape;275;p3"/>
          <p:cNvSpPr txBox="1"/>
          <p:nvPr>
            <p:ph idx="13" type="subTitle"/>
          </p:nvPr>
        </p:nvSpPr>
        <p:spPr>
          <a:xfrm>
            <a:off x="720000" y="3391139"/>
            <a:ext cx="2532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it-IT"/>
              <a:t>Key component of the code</a:t>
            </a:r>
            <a:endParaRPr/>
          </a:p>
        </p:txBody>
      </p:sp>
      <p:sp>
        <p:nvSpPr>
          <p:cNvPr id="276" name="Google Shape;276;p3"/>
          <p:cNvSpPr txBox="1"/>
          <p:nvPr>
            <p:ph idx="14" type="subTitle"/>
          </p:nvPr>
        </p:nvSpPr>
        <p:spPr>
          <a:xfrm>
            <a:off x="3306000" y="3391139"/>
            <a:ext cx="2532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it-IT"/>
              <a:t>Conclusion</a:t>
            </a:r>
            <a:endParaRPr/>
          </a:p>
        </p:txBody>
      </p:sp>
      <p:sp>
        <p:nvSpPr>
          <p:cNvPr id="277" name="Google Shape;277;p3"/>
          <p:cNvSpPr txBox="1"/>
          <p:nvPr>
            <p:ph idx="15" type="subTitle"/>
          </p:nvPr>
        </p:nvSpPr>
        <p:spPr>
          <a:xfrm>
            <a:off x="5892000" y="3391139"/>
            <a:ext cx="2532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it-IT"/>
              <a:t>Future improvements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"/>
          <p:cNvSpPr/>
          <p:nvPr/>
        </p:nvSpPr>
        <p:spPr>
          <a:xfrm>
            <a:off x="-2226625" y="144780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83" name="Google Shape;283;p4"/>
          <p:cNvSpPr txBox="1"/>
          <p:nvPr>
            <p:ph type="title"/>
          </p:nvPr>
        </p:nvSpPr>
        <p:spPr>
          <a:xfrm>
            <a:off x="4573225" y="2218913"/>
            <a:ext cx="3857700" cy="16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it-IT">
                <a:latin typeface="Sofia Sans"/>
                <a:ea typeface="Sofia Sans"/>
                <a:cs typeface="Sofia Sans"/>
                <a:sym typeface="Sofia Sans"/>
              </a:rPr>
              <a:t>Project description</a:t>
            </a:r>
            <a:endParaRPr b="1"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284" name="Google Shape;284;p4"/>
          <p:cNvSpPr txBox="1"/>
          <p:nvPr>
            <p:ph idx="2" type="title"/>
          </p:nvPr>
        </p:nvSpPr>
        <p:spPr>
          <a:xfrm>
            <a:off x="5764825" y="1297988"/>
            <a:ext cx="1474500" cy="8418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it-IT"/>
              <a:t>01</a:t>
            </a:r>
            <a:endParaRPr/>
          </a:p>
        </p:txBody>
      </p:sp>
      <p:pic>
        <p:nvPicPr>
          <p:cNvPr id="285" name="Google Shape;28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450" y="2200486"/>
            <a:ext cx="3524400" cy="28618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6" name="Google Shape;286;p4"/>
          <p:cNvGrpSpPr/>
          <p:nvPr/>
        </p:nvGrpSpPr>
        <p:grpSpPr>
          <a:xfrm>
            <a:off x="1808250" y="703950"/>
            <a:ext cx="1272750" cy="1059825"/>
            <a:chOff x="1808250" y="703950"/>
            <a:chExt cx="1272750" cy="1059825"/>
          </a:xfrm>
        </p:grpSpPr>
        <p:sp>
          <p:nvSpPr>
            <p:cNvPr id="287" name="Google Shape;287;p4"/>
            <p:cNvSpPr/>
            <p:nvPr/>
          </p:nvSpPr>
          <p:spPr>
            <a:xfrm>
              <a:off x="1808250" y="703950"/>
              <a:ext cx="586800" cy="58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88" name="Google Shape;288;p4"/>
            <p:cNvSpPr/>
            <p:nvPr/>
          </p:nvSpPr>
          <p:spPr>
            <a:xfrm>
              <a:off x="2854200" y="1536975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it-IT"/>
              <a:t>Project description</a:t>
            </a:r>
            <a:endParaRPr/>
          </a:p>
        </p:txBody>
      </p:sp>
      <p:sp>
        <p:nvSpPr>
          <p:cNvPr id="294" name="Google Shape;294;p5"/>
          <p:cNvSpPr txBox="1"/>
          <p:nvPr>
            <p:ph idx="2" type="subTitle"/>
          </p:nvPr>
        </p:nvSpPr>
        <p:spPr>
          <a:xfrm>
            <a:off x="585216" y="1592327"/>
            <a:ext cx="4389120" cy="3253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-IT"/>
              <a:t>	This project involves the development of a system to </a:t>
            </a:r>
            <a:r>
              <a:rPr b="1" lang="it-IT"/>
              <a:t>manage sensor </a:t>
            </a:r>
            <a:r>
              <a:rPr lang="it-IT"/>
              <a:t>data using Docker containers and message brokers like MQTT and Kafka. The </a:t>
            </a:r>
            <a:r>
              <a:rPr b="1" lang="it-IT"/>
              <a:t>goal is to simulate temperature sensors</a:t>
            </a:r>
            <a:r>
              <a:rPr lang="it-IT"/>
              <a:t>, both physical and Docker-based, </a:t>
            </a:r>
            <a:r>
              <a:rPr b="1" lang="it-IT"/>
              <a:t>and stream the data </a:t>
            </a:r>
            <a:r>
              <a:rPr lang="it-IT"/>
              <a:t>to MQTT broker for further processing. The system reads configuration files to control sensor behavior, such as frequency, temperature range, and iteration count. </a:t>
            </a:r>
            <a:r>
              <a:rPr b="1" lang="it-IT"/>
              <a:t>Two types of sensors are managed</a:t>
            </a:r>
            <a:r>
              <a:rPr lang="it-IT"/>
              <a:t>: temperature sensors that generate random data, and Docker sensors that use a container to collect the data.</a:t>
            </a:r>
            <a:endParaRPr/>
          </a:p>
        </p:txBody>
      </p:sp>
      <p:sp>
        <p:nvSpPr>
          <p:cNvPr id="295" name="Google Shape;295;p5"/>
          <p:cNvSpPr/>
          <p:nvPr/>
        </p:nvSpPr>
        <p:spPr>
          <a:xfrm flipH="1" rot="10800000">
            <a:off x="5620375" y="318670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96" name="Google Shape;296;p5"/>
          <p:cNvSpPr/>
          <p:nvPr/>
        </p:nvSpPr>
        <p:spPr>
          <a:xfrm rot="10800000">
            <a:off x="7893450" y="1329950"/>
            <a:ext cx="226800" cy="226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97" name="Google Shape;297;p5"/>
          <p:cNvSpPr/>
          <p:nvPr/>
        </p:nvSpPr>
        <p:spPr>
          <a:xfrm rot="10800000">
            <a:off x="827525" y="4317350"/>
            <a:ext cx="151500" cy="151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98" name="Google Shape;29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5820" y="1306800"/>
            <a:ext cx="1872803" cy="3253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"/>
          <p:cNvSpPr txBox="1"/>
          <p:nvPr>
            <p:ph type="title"/>
          </p:nvPr>
        </p:nvSpPr>
        <p:spPr>
          <a:xfrm>
            <a:off x="4573225" y="2218913"/>
            <a:ext cx="3857700" cy="16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it-IT"/>
              <a:t>Architecture</a:t>
            </a:r>
            <a:endParaRPr/>
          </a:p>
        </p:txBody>
      </p:sp>
      <p:sp>
        <p:nvSpPr>
          <p:cNvPr id="304" name="Google Shape;304;p6"/>
          <p:cNvSpPr txBox="1"/>
          <p:nvPr>
            <p:ph idx="2" type="title"/>
          </p:nvPr>
        </p:nvSpPr>
        <p:spPr>
          <a:xfrm>
            <a:off x="5764825" y="1297988"/>
            <a:ext cx="1474500" cy="8418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it-IT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7"/>
          <p:cNvSpPr txBox="1"/>
          <p:nvPr>
            <p:ph type="title"/>
          </p:nvPr>
        </p:nvSpPr>
        <p:spPr>
          <a:xfrm>
            <a:off x="260350" y="427255"/>
            <a:ext cx="39453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it-IT"/>
              <a:t>Architecture</a:t>
            </a:r>
            <a:br>
              <a:rPr lang="it-IT"/>
            </a:br>
            <a:endParaRPr/>
          </a:p>
        </p:txBody>
      </p:sp>
      <p:pic>
        <p:nvPicPr>
          <p:cNvPr id="310" name="Google Shape;31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1099" y="1030106"/>
            <a:ext cx="5458900" cy="375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7"/>
          <p:cNvSpPr txBox="1"/>
          <p:nvPr>
            <p:ph idx="1" type="subTitle"/>
          </p:nvPr>
        </p:nvSpPr>
        <p:spPr>
          <a:xfrm>
            <a:off x="260350" y="1407603"/>
            <a:ext cx="3568200" cy="3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Components</a:t>
            </a: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ibre Frankli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1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YAML Configuration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1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</a:t>
            </a:r>
            <a:endParaRPr sz="18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b="1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Docker Hub</a:t>
            </a:r>
            <a:endParaRPr sz="18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1"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Kafka</a:t>
            </a:r>
            <a:endParaRPr sz="18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1"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MQTT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Frankli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"/>
          <p:cNvSpPr txBox="1"/>
          <p:nvPr>
            <p:ph type="title"/>
          </p:nvPr>
        </p:nvSpPr>
        <p:spPr>
          <a:xfrm>
            <a:off x="4573225" y="2218913"/>
            <a:ext cx="3857700" cy="16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it-IT"/>
              <a:t>Technology used</a:t>
            </a:r>
            <a:endParaRPr/>
          </a:p>
        </p:txBody>
      </p:sp>
      <p:sp>
        <p:nvSpPr>
          <p:cNvPr id="317" name="Google Shape;317;p9"/>
          <p:cNvSpPr txBox="1"/>
          <p:nvPr>
            <p:ph idx="2" type="title"/>
          </p:nvPr>
        </p:nvSpPr>
        <p:spPr>
          <a:xfrm>
            <a:off x="5764825" y="1297988"/>
            <a:ext cx="1474500" cy="8418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it-IT"/>
              <a:t>03</a:t>
            </a:r>
            <a:endParaRPr/>
          </a:p>
        </p:txBody>
      </p:sp>
      <p:grpSp>
        <p:nvGrpSpPr>
          <p:cNvPr id="318" name="Google Shape;318;p9"/>
          <p:cNvGrpSpPr/>
          <p:nvPr/>
        </p:nvGrpSpPr>
        <p:grpSpPr>
          <a:xfrm>
            <a:off x="569683" y="1388023"/>
            <a:ext cx="4146935" cy="2528194"/>
            <a:chOff x="-397380" y="481057"/>
            <a:chExt cx="4146935" cy="2528194"/>
          </a:xfrm>
        </p:grpSpPr>
        <p:sp>
          <p:nvSpPr>
            <p:cNvPr id="319" name="Google Shape;319;p9"/>
            <p:cNvSpPr/>
            <p:nvPr/>
          </p:nvSpPr>
          <p:spPr>
            <a:xfrm>
              <a:off x="143488" y="745206"/>
              <a:ext cx="2631292" cy="2264045"/>
            </a:xfrm>
            <a:prstGeom prst="ellipse">
              <a:avLst/>
            </a:prstGeom>
            <a:gradFill>
              <a:gsLst>
                <a:gs pos="0">
                  <a:srgbClr val="6350AD"/>
                </a:gs>
                <a:gs pos="100000">
                  <a:srgbClr val="B4AAE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9"/>
            <p:cNvSpPr txBox="1"/>
            <p:nvPr/>
          </p:nvSpPr>
          <p:spPr>
            <a:xfrm>
              <a:off x="528832" y="1076768"/>
              <a:ext cx="1860604" cy="16009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it-IT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MQTT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1586350" y="893896"/>
              <a:ext cx="200460" cy="200456"/>
            </a:xfrm>
            <a:prstGeom prst="ellipse">
              <a:avLst/>
            </a:prstGeom>
            <a:gradFill>
              <a:gsLst>
                <a:gs pos="0">
                  <a:srgbClr val="6350AD"/>
                </a:gs>
                <a:gs pos="100000">
                  <a:srgbClr val="B4AAE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1111682" y="2644524"/>
              <a:ext cx="145149" cy="145289"/>
            </a:xfrm>
            <a:prstGeom prst="ellipse">
              <a:avLst/>
            </a:prstGeom>
            <a:gradFill>
              <a:gsLst>
                <a:gs pos="0">
                  <a:srgbClr val="6350AD"/>
                </a:gs>
                <a:gs pos="100000">
                  <a:srgbClr val="B4AAE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9"/>
            <p:cNvSpPr/>
            <p:nvPr/>
          </p:nvSpPr>
          <p:spPr>
            <a:xfrm>
              <a:off x="2476353" y="1707515"/>
              <a:ext cx="145149" cy="145289"/>
            </a:xfrm>
            <a:prstGeom prst="ellipse">
              <a:avLst/>
            </a:prstGeom>
            <a:gradFill>
              <a:gsLst>
                <a:gs pos="0">
                  <a:srgbClr val="6350AD"/>
                </a:gs>
                <a:gs pos="100000">
                  <a:srgbClr val="B4AAE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9"/>
            <p:cNvSpPr/>
            <p:nvPr/>
          </p:nvSpPr>
          <p:spPr>
            <a:xfrm>
              <a:off x="1781782" y="2799077"/>
              <a:ext cx="200460" cy="200456"/>
            </a:xfrm>
            <a:prstGeom prst="ellipse">
              <a:avLst/>
            </a:prstGeom>
            <a:gradFill>
              <a:gsLst>
                <a:gs pos="0">
                  <a:srgbClr val="6350AD"/>
                </a:gs>
                <a:gs pos="100000">
                  <a:srgbClr val="B4AAE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9"/>
            <p:cNvSpPr/>
            <p:nvPr/>
          </p:nvSpPr>
          <p:spPr>
            <a:xfrm>
              <a:off x="1152913" y="1178789"/>
              <a:ext cx="145149" cy="145289"/>
            </a:xfrm>
            <a:prstGeom prst="ellipse">
              <a:avLst/>
            </a:prstGeom>
            <a:gradFill>
              <a:gsLst>
                <a:gs pos="0">
                  <a:srgbClr val="6350AD"/>
                </a:gs>
                <a:gs pos="100000">
                  <a:srgbClr val="B4AAE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9"/>
            <p:cNvSpPr/>
            <p:nvPr/>
          </p:nvSpPr>
          <p:spPr>
            <a:xfrm>
              <a:off x="695341" y="2009884"/>
              <a:ext cx="145149" cy="145289"/>
            </a:xfrm>
            <a:prstGeom prst="ellipse">
              <a:avLst/>
            </a:prstGeom>
            <a:gradFill>
              <a:gsLst>
                <a:gs pos="0">
                  <a:srgbClr val="6350AD"/>
                </a:gs>
                <a:gs pos="100000">
                  <a:srgbClr val="B4AAE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9"/>
            <p:cNvSpPr/>
            <p:nvPr/>
          </p:nvSpPr>
          <p:spPr>
            <a:xfrm>
              <a:off x="-397380" y="791063"/>
              <a:ext cx="1517020" cy="1220958"/>
            </a:xfrm>
            <a:prstGeom prst="ellipse">
              <a:avLst/>
            </a:prstGeom>
            <a:gradFill>
              <a:gsLst>
                <a:gs pos="0">
                  <a:srgbClr val="6350AD"/>
                </a:gs>
                <a:gs pos="100000">
                  <a:srgbClr val="B4AAE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9"/>
            <p:cNvSpPr txBox="1"/>
            <p:nvPr/>
          </p:nvSpPr>
          <p:spPr>
            <a:xfrm>
              <a:off x="-175218" y="969868"/>
              <a:ext cx="1072696" cy="8633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it-IT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KAFKA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1383543" y="1185106"/>
              <a:ext cx="200460" cy="200456"/>
            </a:xfrm>
            <a:prstGeom prst="ellipse">
              <a:avLst/>
            </a:prstGeom>
            <a:gradFill>
              <a:gsLst>
                <a:gs pos="0">
                  <a:srgbClr val="6350AD"/>
                </a:gs>
                <a:gs pos="100000">
                  <a:srgbClr val="B4AAE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9"/>
            <p:cNvSpPr/>
            <p:nvPr/>
          </p:nvSpPr>
          <p:spPr>
            <a:xfrm>
              <a:off x="63456" y="2248664"/>
              <a:ext cx="362370" cy="362380"/>
            </a:xfrm>
            <a:prstGeom prst="ellipse">
              <a:avLst/>
            </a:prstGeom>
            <a:gradFill>
              <a:gsLst>
                <a:gs pos="0">
                  <a:srgbClr val="6350AD"/>
                </a:gs>
                <a:gs pos="100000">
                  <a:srgbClr val="B4AAE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9"/>
            <p:cNvSpPr/>
            <p:nvPr/>
          </p:nvSpPr>
          <p:spPr>
            <a:xfrm>
              <a:off x="2073374" y="481057"/>
              <a:ext cx="1676181" cy="1609445"/>
            </a:xfrm>
            <a:prstGeom prst="ellipse">
              <a:avLst/>
            </a:prstGeom>
            <a:gradFill>
              <a:gsLst>
                <a:gs pos="0">
                  <a:srgbClr val="6350AD"/>
                </a:gs>
                <a:gs pos="100000">
                  <a:srgbClr val="B4AAE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9"/>
            <p:cNvSpPr txBox="1"/>
            <p:nvPr/>
          </p:nvSpPr>
          <p:spPr>
            <a:xfrm>
              <a:off x="2318845" y="716755"/>
              <a:ext cx="1185239" cy="1138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it-IT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PYTHON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2218235" y="1462418"/>
              <a:ext cx="200460" cy="200456"/>
            </a:xfrm>
            <a:prstGeom prst="ellipse">
              <a:avLst/>
            </a:prstGeom>
            <a:gradFill>
              <a:gsLst>
                <a:gs pos="0">
                  <a:srgbClr val="6350AD"/>
                </a:gs>
                <a:gs pos="100000">
                  <a:srgbClr val="B4AAE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9"/>
            <p:cNvSpPr/>
            <p:nvPr/>
          </p:nvSpPr>
          <p:spPr>
            <a:xfrm>
              <a:off x="-74317" y="2679898"/>
              <a:ext cx="145149" cy="145289"/>
            </a:xfrm>
            <a:prstGeom prst="ellipse">
              <a:avLst/>
            </a:prstGeom>
            <a:gradFill>
              <a:gsLst>
                <a:gs pos="0">
                  <a:srgbClr val="6350AD"/>
                </a:gs>
                <a:gs pos="100000">
                  <a:srgbClr val="B4AAE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9"/>
            <p:cNvSpPr/>
            <p:nvPr/>
          </p:nvSpPr>
          <p:spPr>
            <a:xfrm>
              <a:off x="1373151" y="2473125"/>
              <a:ext cx="145149" cy="145289"/>
            </a:xfrm>
            <a:prstGeom prst="ellipse">
              <a:avLst/>
            </a:prstGeom>
            <a:gradFill>
              <a:gsLst>
                <a:gs pos="0">
                  <a:srgbClr val="6350AD"/>
                </a:gs>
                <a:gs pos="100000">
                  <a:srgbClr val="B4AAE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6" name="Google Shape;336;p9"/>
          <p:cNvGrpSpPr/>
          <p:nvPr/>
        </p:nvGrpSpPr>
        <p:grpSpPr>
          <a:xfrm>
            <a:off x="2819795" y="3665162"/>
            <a:ext cx="1750981" cy="650308"/>
            <a:chOff x="296359" y="296740"/>
            <a:chExt cx="1850887" cy="1850296"/>
          </a:xfrm>
        </p:grpSpPr>
        <p:sp>
          <p:nvSpPr>
            <p:cNvPr id="337" name="Google Shape;337;p9"/>
            <p:cNvSpPr/>
            <p:nvPr/>
          </p:nvSpPr>
          <p:spPr>
            <a:xfrm>
              <a:off x="296359" y="296740"/>
              <a:ext cx="1850887" cy="1850296"/>
            </a:xfrm>
            <a:prstGeom prst="ellipse">
              <a:avLst/>
            </a:prstGeom>
            <a:gradFill>
              <a:gsLst>
                <a:gs pos="0">
                  <a:srgbClr val="6350AD"/>
                </a:gs>
                <a:gs pos="100000">
                  <a:srgbClr val="B4AAE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9"/>
            <p:cNvSpPr txBox="1"/>
            <p:nvPr/>
          </p:nvSpPr>
          <p:spPr>
            <a:xfrm>
              <a:off x="567415" y="567710"/>
              <a:ext cx="1308775" cy="13083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it-IT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DOCKER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it-IT" sz="4000"/>
              <a:t>Docker</a:t>
            </a:r>
            <a:endParaRPr sz="4000"/>
          </a:p>
        </p:txBody>
      </p:sp>
      <p:sp>
        <p:nvSpPr>
          <p:cNvPr id="344" name="Google Shape;344;p10"/>
          <p:cNvSpPr txBox="1"/>
          <p:nvPr>
            <p:ph idx="1" type="subTitle"/>
          </p:nvPr>
        </p:nvSpPr>
        <p:spPr>
          <a:xfrm>
            <a:off x="511728" y="1284949"/>
            <a:ext cx="5243120" cy="3529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87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i="0" lang="it-IT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Containerization Technology</a:t>
            </a:r>
            <a:endParaRPr b="1"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ibre Franklin"/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i="0" lang="it-IT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Docker Sensors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ibre Franklin"/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i="0" lang="it-IT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Resource Isolation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ibre Franklin"/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i="0" lang="it-IT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Scalability</a:t>
            </a:r>
            <a:r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 rot="10800000">
            <a:off x="8076575" y="4736056"/>
            <a:ext cx="78300" cy="78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descr="Immagine che contiene Carattere, Elementi grafici, logo, simbolo&#10;&#10;Descrizione generata automaticamente" id="346" name="Google Shape;34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8009" y="2392529"/>
            <a:ext cx="3834940" cy="968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it-IT" sz="4000"/>
              <a:t>Kafka</a:t>
            </a:r>
            <a:endParaRPr sz="4000"/>
          </a:p>
        </p:txBody>
      </p:sp>
      <p:sp>
        <p:nvSpPr>
          <p:cNvPr id="352" name="Google Shape;352;p11"/>
          <p:cNvSpPr txBox="1"/>
          <p:nvPr>
            <p:ph idx="1" type="subTitle"/>
          </p:nvPr>
        </p:nvSpPr>
        <p:spPr>
          <a:xfrm>
            <a:off x="431188" y="1447158"/>
            <a:ext cx="7486375" cy="28109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87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i="0" lang="it-IT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Distributed</a:t>
            </a:r>
            <a:r>
              <a:rPr b="0" i="0" lang="it-IT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it-IT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Messaging System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ibre Franklin"/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i="0" lang="it-IT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Topic-based Communication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ibre Franklin"/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i="0" lang="it-IT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Fault Tolerance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ibre Franklin"/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i="0" lang="it-IT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Stream Processing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magine che contiene testo, diagramma, schermata, linea&#10;&#10;Descrizione generata automaticamente" id="353" name="Google Shape;35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7282" y="1916077"/>
            <a:ext cx="2660626" cy="1873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magine che contiene testo, Carattere, Elementi grafici, logo&#10;&#10;Descrizione generata automaticamente" id="354" name="Google Shape;35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188" y="303712"/>
            <a:ext cx="2863812" cy="85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it-IT" sz="4000"/>
              <a:t>MQTT</a:t>
            </a:r>
            <a:endParaRPr sz="4000"/>
          </a:p>
        </p:txBody>
      </p:sp>
      <p:sp>
        <p:nvSpPr>
          <p:cNvPr id="360" name="Google Shape;360;p12"/>
          <p:cNvSpPr txBox="1"/>
          <p:nvPr>
            <p:ph idx="1" type="subTitle"/>
          </p:nvPr>
        </p:nvSpPr>
        <p:spPr>
          <a:xfrm>
            <a:off x="156358" y="1454794"/>
            <a:ext cx="7543156" cy="21912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87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i="0" lang="it-IT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Lightweight Protocol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ibre Franklin"/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i="0" lang="it-IT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Asynchronous Data Transfer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ibre Franklin"/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i="0" lang="it-IT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Broker-Based Architecture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ibre Franklin"/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i="0" lang="it-IT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Real-Time Data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magine che contiene testo, schermata, logo, Carattere&#10;&#10;Descrizione generata automaticamente" id="361" name="Google Shape;3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9115" y="1754279"/>
            <a:ext cx="3400068" cy="1762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it-IT" sz="4000"/>
              <a:t>Python</a:t>
            </a:r>
            <a:endParaRPr sz="4000"/>
          </a:p>
        </p:txBody>
      </p:sp>
      <p:sp>
        <p:nvSpPr>
          <p:cNvPr id="367" name="Google Shape;367;p13"/>
          <p:cNvSpPr txBox="1"/>
          <p:nvPr>
            <p:ph idx="1" type="subTitle"/>
          </p:nvPr>
        </p:nvSpPr>
        <p:spPr>
          <a:xfrm>
            <a:off x="720000" y="1447696"/>
            <a:ext cx="7486375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87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i="0" lang="it-IT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Primary Programming Language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ibre Franklin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i="0" lang="it-IT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 Flexibility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ibre Franklin"/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i="0" lang="it-IT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Thread Management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ibre Franklin"/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i="0" lang="it-IT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Extensive Libraries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magine che contiene testo, clipart, Elementi grafici, Carattere&#10;&#10;Descrizione generata automaticamente" id="368" name="Google Shape;3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8264" y="1940972"/>
            <a:ext cx="3598400" cy="20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4"/>
          <p:cNvSpPr txBox="1"/>
          <p:nvPr>
            <p:ph type="title"/>
          </p:nvPr>
        </p:nvSpPr>
        <p:spPr>
          <a:xfrm>
            <a:off x="4573225" y="2218913"/>
            <a:ext cx="3857700" cy="16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it-IT"/>
              <a:t>Key component of the code</a:t>
            </a:r>
            <a:endParaRPr/>
          </a:p>
        </p:txBody>
      </p:sp>
      <p:sp>
        <p:nvSpPr>
          <p:cNvPr id="374" name="Google Shape;374;p14"/>
          <p:cNvSpPr txBox="1"/>
          <p:nvPr>
            <p:ph idx="2" type="title"/>
          </p:nvPr>
        </p:nvSpPr>
        <p:spPr>
          <a:xfrm>
            <a:off x="5764825" y="1297988"/>
            <a:ext cx="1474500" cy="8418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it-IT"/>
              <a:t>04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it-IT"/>
              <a:t>Temperature Sensor and Docker Sensor</a:t>
            </a:r>
            <a:endParaRPr/>
          </a:p>
        </p:txBody>
      </p:sp>
      <p:sp>
        <p:nvSpPr>
          <p:cNvPr id="380" name="Google Shape;380;p15"/>
          <p:cNvSpPr txBox="1"/>
          <p:nvPr>
            <p:ph idx="4294967295" type="subTitle"/>
          </p:nvPr>
        </p:nvSpPr>
        <p:spPr>
          <a:xfrm>
            <a:off x="4904900" y="1386840"/>
            <a:ext cx="3621880" cy="29761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TemperatureSensor</a:t>
            </a:r>
            <a:r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Generates a random temperature between min_temp and max_temp</a:t>
            </a:r>
            <a:r>
              <a:rPr b="0" i="0" lang="it-IT" sz="5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Libre Franklin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DockerSensor</a:t>
            </a:r>
            <a:r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2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Runs within a Docker container to simulate data</a:t>
            </a:r>
            <a:endParaRPr b="0" i="0" sz="12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5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magine che contiene testo, schermata, software, Sistema operativo&#10;&#10;Descrizione generata automaticamente" id="381" name="Google Shape;38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" y="1104314"/>
            <a:ext cx="3852000" cy="3453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0d01cf53ff_2_12"/>
          <p:cNvSpPr txBox="1"/>
          <p:nvPr>
            <p:ph type="title"/>
          </p:nvPr>
        </p:nvSpPr>
        <p:spPr>
          <a:xfrm>
            <a:off x="720000" y="3036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it-IT"/>
              <a:t>Docker Image</a:t>
            </a:r>
            <a:endParaRPr/>
          </a:p>
        </p:txBody>
      </p:sp>
      <p:pic>
        <p:nvPicPr>
          <p:cNvPr id="387" name="Google Shape;387;g30d01cf53ff_2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2388" y="1039625"/>
            <a:ext cx="5459237" cy="39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6"/>
          <p:cNvSpPr txBox="1"/>
          <p:nvPr>
            <p:ph type="title"/>
          </p:nvPr>
        </p:nvSpPr>
        <p:spPr>
          <a:xfrm>
            <a:off x="720000" y="2275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it-IT"/>
              <a:t>DockerManager and KafkaTemperatureConsumer</a:t>
            </a:r>
            <a:endParaRPr/>
          </a:p>
        </p:txBody>
      </p:sp>
      <p:sp>
        <p:nvSpPr>
          <p:cNvPr id="393" name="Google Shape;393;p16"/>
          <p:cNvSpPr txBox="1"/>
          <p:nvPr/>
        </p:nvSpPr>
        <p:spPr>
          <a:xfrm>
            <a:off x="643900" y="1493683"/>
            <a:ext cx="65232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t-I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DockerManager</a:t>
            </a:r>
            <a:r>
              <a:rPr b="0" i="0" lang="it-I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it-I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Manages starting, stopping, and restarting of Docker containers.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it-I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Ensures that Docker containers remain running for the desired duration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t-I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KafkaTemperatureConsumer</a:t>
            </a:r>
            <a:r>
              <a:rPr b="0" i="0" lang="it-I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it-I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Listens for temperature data published to Kafka topics.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it-I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Processes the data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" name="Google Shape;39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4599" y="2685430"/>
            <a:ext cx="1719401" cy="220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7"/>
          <p:cNvSpPr/>
          <p:nvPr/>
        </p:nvSpPr>
        <p:spPr>
          <a:xfrm flipH="1" rot="10800000">
            <a:off x="-1031150" y="150660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00" name="Google Shape;400;p17"/>
          <p:cNvSpPr txBox="1"/>
          <p:nvPr>
            <p:ph type="title"/>
          </p:nvPr>
        </p:nvSpPr>
        <p:spPr>
          <a:xfrm>
            <a:off x="3586950" y="142411"/>
            <a:ext cx="4620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it-IT"/>
              <a:t>Thread Management</a:t>
            </a:r>
            <a:endParaRPr/>
          </a:p>
        </p:txBody>
      </p:sp>
      <p:sp>
        <p:nvSpPr>
          <p:cNvPr id="401" name="Google Shape;401;p17"/>
          <p:cNvSpPr txBox="1"/>
          <p:nvPr>
            <p:ph idx="1" type="subTitle"/>
          </p:nvPr>
        </p:nvSpPr>
        <p:spPr>
          <a:xfrm>
            <a:off x="3520440" y="709410"/>
            <a:ext cx="5623560" cy="443408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Ensures that sensors run concurrently</a:t>
            </a:r>
            <a:endParaRPr/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Avoids blocking operations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sensor is managed in a separate thread using Python's </a:t>
            </a:r>
            <a:r>
              <a:rPr b="0" i="0" lang="it-IT" sz="11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threading</a:t>
            </a:r>
            <a:r>
              <a:rPr b="0" i="0" lang="it-IT" sz="1100" u="none" cap="none" strike="noStrike">
                <a:solidFill>
                  <a:schemeClr val="dk1"/>
                </a:solidFill>
              </a:rPr>
              <a:t> module.</a:t>
            </a:r>
            <a:endParaRPr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1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Features</a:t>
            </a: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Concurrent Execution</a:t>
            </a:r>
            <a:endParaRPr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Thread Lifecycle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ibre Franklin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1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</a:t>
            </a: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Enhances responsiveness of the system.</a:t>
            </a:r>
            <a:endParaRPr/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Allows for real-time data generation and collection from multiple sources.</a:t>
            </a:r>
            <a:endParaRPr/>
          </a:p>
          <a:p>
            <a:pPr indent="-698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0" i="0" lang="it-IT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Ensures scalability as new sensor types can be added easily without disrupting the existing workflow.</a:t>
            </a:r>
            <a:endParaRPr/>
          </a:p>
        </p:txBody>
      </p:sp>
      <p:grpSp>
        <p:nvGrpSpPr>
          <p:cNvPr id="402" name="Google Shape;402;p17"/>
          <p:cNvGrpSpPr/>
          <p:nvPr/>
        </p:nvGrpSpPr>
        <p:grpSpPr>
          <a:xfrm>
            <a:off x="8547755" y="3256285"/>
            <a:ext cx="4184100" cy="4184100"/>
            <a:chOff x="7983875" y="3195325"/>
            <a:chExt cx="4184100" cy="4184100"/>
          </a:xfrm>
        </p:grpSpPr>
        <p:sp>
          <p:nvSpPr>
            <p:cNvPr id="403" name="Google Shape;403;p17"/>
            <p:cNvSpPr/>
            <p:nvPr/>
          </p:nvSpPr>
          <p:spPr>
            <a:xfrm flipH="1" rot="10800000">
              <a:off x="7983875" y="3195325"/>
              <a:ext cx="4184100" cy="41841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04" name="Google Shape;404;p17"/>
            <p:cNvSpPr/>
            <p:nvPr/>
          </p:nvSpPr>
          <p:spPr>
            <a:xfrm rot="10800000">
              <a:off x="8197575" y="3701975"/>
              <a:ext cx="586800" cy="58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405" name="Google Shape;405;p17"/>
          <p:cNvSpPr/>
          <p:nvPr/>
        </p:nvSpPr>
        <p:spPr>
          <a:xfrm rot="10800000">
            <a:off x="713225" y="4288775"/>
            <a:ext cx="151500" cy="151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descr="Immagine che contiene testo, schermata, software&#10;&#10;Descrizione generata automaticamente" id="406" name="Google Shape;4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75" y="709401"/>
            <a:ext cx="3464176" cy="349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8"/>
          <p:cNvSpPr txBox="1"/>
          <p:nvPr>
            <p:ph type="title"/>
          </p:nvPr>
        </p:nvSpPr>
        <p:spPr>
          <a:xfrm>
            <a:off x="4573225" y="2218913"/>
            <a:ext cx="3857700" cy="16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it-IT"/>
              <a:t>Conclusions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412" name="Google Shape;412;p18"/>
          <p:cNvSpPr txBox="1"/>
          <p:nvPr>
            <p:ph idx="2" type="title"/>
          </p:nvPr>
        </p:nvSpPr>
        <p:spPr>
          <a:xfrm>
            <a:off x="5764825" y="1297988"/>
            <a:ext cx="1474500" cy="8418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it-IT"/>
              <a:t>05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it-IT" sz="1400"/>
              <a:t>Conclusions</a:t>
            </a:r>
            <a:endParaRPr sz="1400"/>
          </a:p>
        </p:txBody>
      </p:sp>
      <p:grpSp>
        <p:nvGrpSpPr>
          <p:cNvPr id="418" name="Google Shape;418;p19"/>
          <p:cNvGrpSpPr/>
          <p:nvPr/>
        </p:nvGrpSpPr>
        <p:grpSpPr>
          <a:xfrm>
            <a:off x="714562" y="1208225"/>
            <a:ext cx="7716162" cy="3264407"/>
            <a:chOff x="1337" y="0"/>
            <a:chExt cx="7716162" cy="3264407"/>
          </a:xfrm>
        </p:grpSpPr>
        <p:sp>
          <p:nvSpPr>
            <p:cNvPr id="419" name="Google Shape;419;p19"/>
            <p:cNvSpPr/>
            <p:nvPr/>
          </p:nvSpPr>
          <p:spPr>
            <a:xfrm>
              <a:off x="11258" y="75712"/>
              <a:ext cx="583577" cy="58357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9"/>
            <p:cNvSpPr/>
            <p:nvPr/>
          </p:nvSpPr>
          <p:spPr>
            <a:xfrm>
              <a:off x="11258" y="793148"/>
              <a:ext cx="1667363" cy="3680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9"/>
            <p:cNvSpPr txBox="1"/>
            <p:nvPr/>
          </p:nvSpPr>
          <p:spPr>
            <a:xfrm>
              <a:off x="11258" y="793148"/>
              <a:ext cx="1667363" cy="3680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it-IT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Overview of the Project</a:t>
              </a:r>
              <a:r>
                <a:rPr b="0" i="0" lang="it-IT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9"/>
            <p:cNvSpPr/>
            <p:nvPr/>
          </p:nvSpPr>
          <p:spPr>
            <a:xfrm>
              <a:off x="1337" y="1299179"/>
              <a:ext cx="1667363" cy="1965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9"/>
            <p:cNvSpPr txBox="1"/>
            <p:nvPr/>
          </p:nvSpPr>
          <p:spPr>
            <a:xfrm>
              <a:off x="1337" y="1299179"/>
              <a:ext cx="1667363" cy="1965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it-IT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Successfully developed a system to collect and process data in real time.</a:t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38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it-IT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Utilized Docker</a:t>
              </a:r>
              <a:r>
                <a:rPr lang="it-IT"/>
                <a:t>, Kafka and a MQTT broker</a:t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9"/>
            <p:cNvSpPr/>
            <p:nvPr/>
          </p:nvSpPr>
          <p:spPr>
            <a:xfrm>
              <a:off x="3566961" y="51399"/>
              <a:ext cx="583577" cy="58357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19"/>
            <p:cNvSpPr/>
            <p:nvPr/>
          </p:nvSpPr>
          <p:spPr>
            <a:xfrm>
              <a:off x="3025068" y="735279"/>
              <a:ext cx="1667363" cy="3680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9"/>
            <p:cNvSpPr txBox="1"/>
            <p:nvPr/>
          </p:nvSpPr>
          <p:spPr>
            <a:xfrm>
              <a:off x="3025068" y="735279"/>
              <a:ext cx="1667363" cy="3680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it-IT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Key Achievements</a:t>
              </a:r>
              <a:r>
                <a:rPr b="0" i="0" lang="it-IT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19"/>
            <p:cNvSpPr/>
            <p:nvPr/>
          </p:nvSpPr>
          <p:spPr>
            <a:xfrm>
              <a:off x="3025209" y="1067704"/>
              <a:ext cx="1667080" cy="21967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9"/>
            <p:cNvSpPr txBox="1"/>
            <p:nvPr/>
          </p:nvSpPr>
          <p:spPr>
            <a:xfrm>
              <a:off x="3025209" y="1067704"/>
              <a:ext cx="1667080" cy="21967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it-IT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Implemented a robust architecture </a:t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38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it-IT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Achieved seamless communication</a:t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38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it-IT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Established a flexible configuration system</a:t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9"/>
            <p:cNvSpPr/>
            <p:nvPr/>
          </p:nvSpPr>
          <p:spPr>
            <a:xfrm>
              <a:off x="6538303" y="0"/>
              <a:ext cx="583577" cy="58357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9"/>
            <p:cNvSpPr/>
            <p:nvPr/>
          </p:nvSpPr>
          <p:spPr>
            <a:xfrm>
              <a:off x="5941070" y="700871"/>
              <a:ext cx="1667363" cy="3680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9"/>
            <p:cNvSpPr txBox="1"/>
            <p:nvPr/>
          </p:nvSpPr>
          <p:spPr>
            <a:xfrm>
              <a:off x="5941070" y="700871"/>
              <a:ext cx="1667363" cy="3680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it-IT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Impact</a:t>
              </a:r>
              <a:r>
                <a:rPr b="0" i="0" lang="it-IT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9"/>
            <p:cNvSpPr/>
            <p:nvPr/>
          </p:nvSpPr>
          <p:spPr>
            <a:xfrm>
              <a:off x="5899973" y="1089458"/>
              <a:ext cx="1817526" cy="1965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19"/>
            <p:cNvSpPr txBox="1"/>
            <p:nvPr/>
          </p:nvSpPr>
          <p:spPr>
            <a:xfrm>
              <a:off x="5899973" y="1089458"/>
              <a:ext cx="1817526" cy="1965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it-IT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 project demonstrates a scalable solution for real-time data processing.</a:t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38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it-IT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It lays the foundation for future developments and enhancements in sensor integration and data management.</a:t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9"/>
            <p:cNvSpPr/>
            <p:nvPr/>
          </p:nvSpPr>
          <p:spPr>
            <a:xfrm flipH="1" rot="10800000">
              <a:off x="7578337" y="3099240"/>
              <a:ext cx="139162" cy="358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9"/>
            <p:cNvSpPr/>
            <p:nvPr/>
          </p:nvSpPr>
          <p:spPr>
            <a:xfrm>
              <a:off x="6038877" y="443040"/>
              <a:ext cx="1667363" cy="3680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9"/>
            <p:cNvSpPr txBox="1"/>
            <p:nvPr/>
          </p:nvSpPr>
          <p:spPr>
            <a:xfrm>
              <a:off x="6038877" y="443040"/>
              <a:ext cx="1667363" cy="3680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9"/>
            <p:cNvSpPr/>
            <p:nvPr/>
          </p:nvSpPr>
          <p:spPr>
            <a:xfrm>
              <a:off x="5770825" y="1018763"/>
              <a:ext cx="1887300" cy="21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0"/>
          <p:cNvSpPr txBox="1"/>
          <p:nvPr>
            <p:ph type="title"/>
          </p:nvPr>
        </p:nvSpPr>
        <p:spPr>
          <a:xfrm>
            <a:off x="4423929" y="2190413"/>
            <a:ext cx="4156291" cy="16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it-IT"/>
              <a:t>Future improvements</a:t>
            </a:r>
            <a:endParaRPr/>
          </a:p>
        </p:txBody>
      </p:sp>
      <p:sp>
        <p:nvSpPr>
          <p:cNvPr id="443" name="Google Shape;443;p20"/>
          <p:cNvSpPr txBox="1"/>
          <p:nvPr>
            <p:ph idx="2" type="title"/>
          </p:nvPr>
        </p:nvSpPr>
        <p:spPr>
          <a:xfrm>
            <a:off x="5764825" y="1297988"/>
            <a:ext cx="1474500" cy="8418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it-IT"/>
              <a:t>06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it-IT" sz="2800"/>
              <a:t>Future improvements</a:t>
            </a:r>
            <a:endParaRPr/>
          </a:p>
        </p:txBody>
      </p:sp>
      <p:grpSp>
        <p:nvGrpSpPr>
          <p:cNvPr id="449" name="Google Shape;449;p21"/>
          <p:cNvGrpSpPr/>
          <p:nvPr/>
        </p:nvGrpSpPr>
        <p:grpSpPr>
          <a:xfrm>
            <a:off x="713225" y="1210775"/>
            <a:ext cx="7717500" cy="3259306"/>
            <a:chOff x="0" y="2550"/>
            <a:chExt cx="7717500" cy="3259306"/>
          </a:xfrm>
        </p:grpSpPr>
        <p:sp>
          <p:nvSpPr>
            <p:cNvPr id="450" name="Google Shape;450;p21"/>
            <p:cNvSpPr/>
            <p:nvPr/>
          </p:nvSpPr>
          <p:spPr>
            <a:xfrm>
              <a:off x="0" y="2550"/>
              <a:ext cx="7717500" cy="543217"/>
            </a:xfrm>
            <a:prstGeom prst="roundRect">
              <a:avLst>
                <a:gd fmla="val 10000" name="adj"/>
              </a:avLst>
            </a:prstGeom>
            <a:solidFill>
              <a:srgbClr val="D3D1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21"/>
            <p:cNvSpPr/>
            <p:nvPr/>
          </p:nvSpPr>
          <p:spPr>
            <a:xfrm>
              <a:off x="164323" y="124774"/>
              <a:ext cx="298769" cy="29876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21"/>
            <p:cNvSpPr/>
            <p:nvPr/>
          </p:nvSpPr>
          <p:spPr>
            <a:xfrm>
              <a:off x="627416" y="2550"/>
              <a:ext cx="7090083" cy="543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21"/>
            <p:cNvSpPr txBox="1"/>
            <p:nvPr/>
          </p:nvSpPr>
          <p:spPr>
            <a:xfrm>
              <a:off x="627416" y="2550"/>
              <a:ext cx="7090083" cy="543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475" lIns="57475" spcFirstLastPara="1" rIns="57475" wrap="square" tIns="57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1" i="0" lang="it-IT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Enhanced Scalability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21"/>
            <p:cNvSpPr/>
            <p:nvPr/>
          </p:nvSpPr>
          <p:spPr>
            <a:xfrm>
              <a:off x="0" y="681572"/>
              <a:ext cx="7717500" cy="543217"/>
            </a:xfrm>
            <a:prstGeom prst="roundRect">
              <a:avLst>
                <a:gd fmla="val 10000" name="adj"/>
              </a:avLst>
            </a:prstGeom>
            <a:solidFill>
              <a:srgbClr val="D3D1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21"/>
            <p:cNvSpPr/>
            <p:nvPr/>
          </p:nvSpPr>
          <p:spPr>
            <a:xfrm>
              <a:off x="164323" y="803796"/>
              <a:ext cx="298769" cy="29876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21"/>
            <p:cNvSpPr/>
            <p:nvPr/>
          </p:nvSpPr>
          <p:spPr>
            <a:xfrm>
              <a:off x="627416" y="681572"/>
              <a:ext cx="7090083" cy="543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21"/>
            <p:cNvSpPr txBox="1"/>
            <p:nvPr/>
          </p:nvSpPr>
          <p:spPr>
            <a:xfrm>
              <a:off x="627416" y="681572"/>
              <a:ext cx="7090083" cy="543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475" lIns="57475" spcFirstLastPara="1" rIns="57475" wrap="square" tIns="57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1" i="0" lang="it-IT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Improved Error Handling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21"/>
            <p:cNvSpPr/>
            <p:nvPr/>
          </p:nvSpPr>
          <p:spPr>
            <a:xfrm>
              <a:off x="0" y="1360595"/>
              <a:ext cx="7717500" cy="543217"/>
            </a:xfrm>
            <a:prstGeom prst="roundRect">
              <a:avLst>
                <a:gd fmla="val 10000" name="adj"/>
              </a:avLst>
            </a:prstGeom>
            <a:solidFill>
              <a:srgbClr val="D3D1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21"/>
            <p:cNvSpPr/>
            <p:nvPr/>
          </p:nvSpPr>
          <p:spPr>
            <a:xfrm>
              <a:off x="164323" y="1482819"/>
              <a:ext cx="298769" cy="29876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21"/>
            <p:cNvSpPr/>
            <p:nvPr/>
          </p:nvSpPr>
          <p:spPr>
            <a:xfrm>
              <a:off x="627416" y="1360595"/>
              <a:ext cx="7090083" cy="543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21"/>
            <p:cNvSpPr txBox="1"/>
            <p:nvPr/>
          </p:nvSpPr>
          <p:spPr>
            <a:xfrm>
              <a:off x="627416" y="1360595"/>
              <a:ext cx="7090083" cy="543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475" lIns="57475" spcFirstLastPara="1" rIns="57475" wrap="square" tIns="57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1" i="0" lang="it-IT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 Interface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21"/>
            <p:cNvSpPr/>
            <p:nvPr/>
          </p:nvSpPr>
          <p:spPr>
            <a:xfrm>
              <a:off x="0" y="2039617"/>
              <a:ext cx="7717500" cy="543217"/>
            </a:xfrm>
            <a:prstGeom prst="roundRect">
              <a:avLst>
                <a:gd fmla="val 10000" name="adj"/>
              </a:avLst>
            </a:prstGeom>
            <a:solidFill>
              <a:srgbClr val="D3D1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21"/>
            <p:cNvSpPr/>
            <p:nvPr/>
          </p:nvSpPr>
          <p:spPr>
            <a:xfrm>
              <a:off x="164323" y="2161841"/>
              <a:ext cx="298769" cy="29876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21"/>
            <p:cNvSpPr/>
            <p:nvPr/>
          </p:nvSpPr>
          <p:spPr>
            <a:xfrm>
              <a:off x="627416" y="2039617"/>
              <a:ext cx="7090083" cy="543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21"/>
            <p:cNvSpPr txBox="1"/>
            <p:nvPr/>
          </p:nvSpPr>
          <p:spPr>
            <a:xfrm>
              <a:off x="627416" y="2039617"/>
              <a:ext cx="7090083" cy="543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475" lIns="57475" spcFirstLastPara="1" rIns="57475" wrap="square" tIns="57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1" i="0" lang="it-IT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Advanced Analytics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21"/>
            <p:cNvSpPr/>
            <p:nvPr/>
          </p:nvSpPr>
          <p:spPr>
            <a:xfrm>
              <a:off x="0" y="2718639"/>
              <a:ext cx="7717500" cy="543217"/>
            </a:xfrm>
            <a:prstGeom prst="roundRect">
              <a:avLst>
                <a:gd fmla="val 10000" name="adj"/>
              </a:avLst>
            </a:prstGeom>
            <a:solidFill>
              <a:srgbClr val="D3D1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21"/>
            <p:cNvSpPr/>
            <p:nvPr/>
          </p:nvSpPr>
          <p:spPr>
            <a:xfrm>
              <a:off x="164323" y="2840863"/>
              <a:ext cx="298769" cy="29876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21"/>
            <p:cNvSpPr/>
            <p:nvPr/>
          </p:nvSpPr>
          <p:spPr>
            <a:xfrm>
              <a:off x="627416" y="2718639"/>
              <a:ext cx="7090083" cy="543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21"/>
            <p:cNvSpPr txBox="1"/>
            <p:nvPr/>
          </p:nvSpPr>
          <p:spPr>
            <a:xfrm>
              <a:off x="627416" y="2718639"/>
              <a:ext cx="7090083" cy="543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475" lIns="57475" spcFirstLastPara="1" rIns="57475" wrap="square" tIns="57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1" i="0" lang="it-IT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Testing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2"/>
          <p:cNvSpPr/>
          <p:nvPr/>
        </p:nvSpPr>
        <p:spPr>
          <a:xfrm flipH="1" rot="10800000">
            <a:off x="6665750" y="-1451900"/>
            <a:ext cx="4184100" cy="41841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75" name="Google Shape;475;p22"/>
          <p:cNvSpPr txBox="1"/>
          <p:nvPr>
            <p:ph type="title"/>
          </p:nvPr>
        </p:nvSpPr>
        <p:spPr>
          <a:xfrm>
            <a:off x="713225" y="732088"/>
            <a:ext cx="36048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it-IT"/>
              <a:t>Thanks!</a:t>
            </a:r>
            <a:endParaRPr/>
          </a:p>
        </p:txBody>
      </p:sp>
      <p:pic>
        <p:nvPicPr>
          <p:cNvPr id="476" name="Google Shape;47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4925" y="784101"/>
            <a:ext cx="3984375" cy="3575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7" name="Google Shape;477;p22"/>
          <p:cNvGrpSpPr/>
          <p:nvPr/>
        </p:nvGrpSpPr>
        <p:grpSpPr>
          <a:xfrm>
            <a:off x="4989625" y="1353025"/>
            <a:ext cx="464950" cy="1602175"/>
            <a:chOff x="4989625" y="1353025"/>
            <a:chExt cx="464950" cy="1602175"/>
          </a:xfrm>
        </p:grpSpPr>
        <p:sp>
          <p:nvSpPr>
            <p:cNvPr id="478" name="Google Shape;478;p22"/>
            <p:cNvSpPr/>
            <p:nvPr/>
          </p:nvSpPr>
          <p:spPr>
            <a:xfrm rot="10800000">
              <a:off x="5227775" y="1353025"/>
              <a:ext cx="226800" cy="226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79" name="Google Shape;479;p22"/>
            <p:cNvSpPr/>
            <p:nvPr/>
          </p:nvSpPr>
          <p:spPr>
            <a:xfrm rot="10800000">
              <a:off x="4989625" y="2803700"/>
              <a:ext cx="151500" cy="151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ig Data Analytics Project Proposal by Slidesgo">
  <a:themeElements>
    <a:clrScheme name="Simple Light">
      <a:dk1>
        <a:srgbClr val="1F0F61"/>
      </a:dk1>
      <a:lt1>
        <a:srgbClr val="FCF1FC"/>
      </a:lt1>
      <a:dk2>
        <a:srgbClr val="EEE9F5"/>
      </a:dk2>
      <a:lt2>
        <a:srgbClr val="EEC0FB"/>
      </a:lt2>
      <a:accent1>
        <a:srgbClr val="6B5DA3"/>
      </a:accent1>
      <a:accent2>
        <a:srgbClr val="7B7BB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F0F6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Marco Tarabelli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0x0101006738BA001FFCFB45A6552F4B9FA24556</vt:lpwstr>
  </property>
</Properties>
</file>